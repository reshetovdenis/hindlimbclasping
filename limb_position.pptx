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76"/>
    <p:restoredTop sz="94625"/>
  </p:normalViewPr>
  <p:slideViewPr>
    <p:cSldViewPr snapToGrid="0" snapToObjects="1">
      <p:cViewPr>
        <p:scale>
          <a:sx n="230" d="100"/>
          <a:sy n="230" d="100"/>
        </p:scale>
        <p:origin x="-4952" y="-2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22661-2EE4-B641-9693-CEAF9B3522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957683-6479-F244-A312-B854E2767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41F5C4-3980-3641-A25D-FAB0011D2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964B4-FA9A-5243-AC23-7B96264CC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F3A27-67AE-AE41-BA22-5DE5962DA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842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344C4-E018-6E41-8763-BF9881B81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4A36A4-2C05-B242-865E-D17B6AF6F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66E18B-DCEC-BF46-A6FB-ADAF09418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8AA03B-C7A8-BE4F-AC3A-82FCCC94C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F9885-C197-F843-8DB7-4427AF74E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016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89998-A92E-194B-B82F-0A2109ED9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F025EF-4781-1145-8367-08223B07C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3B537-D380-A149-A1FA-0EE341631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BE7C4-D1F7-E34F-8383-18FB51F84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569420-29D0-784C-AC80-A7DEA5A9D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866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66F3-0DFE-1441-85C3-35C512389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99ABB-31A3-274E-8874-EFC514267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4E48A3-17A4-4E49-85A6-7492AA1C08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A1249-BD7E-6E42-8001-1C49C4F5C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6328FF-E615-5D4C-A3A4-1186A08CC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73CB0-C79F-8948-868A-3AC957EF8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51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416DB-E612-DE40-A292-07609F0E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41D97-170E-6A40-BB16-2B98EFEB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0B3259-C6D8-D247-9BFB-05A4D9D4C8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51B0D-8B47-3B42-AC5C-2C9D9F5B7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FE1CCA-7753-E344-97C4-2F677250C6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2FB2D7-5209-144F-B768-176BFAC66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2/14/24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5177CD-0C53-1E4B-BFD4-C648FFA2E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4DF44-1E66-7B4F-BDBD-2F9703068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443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6633B-4B8B-B44C-8EBD-F79329B44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1C67C2-2E00-F846-9645-E48262F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2/14/24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29807-6D83-E148-B382-FD8BBA20C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07504B-24E3-9948-B571-28BC1EC91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90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BC00CD-4332-2746-80F5-E3705899F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2/14/24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E07854-8F67-B344-BC22-369EB654D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94B92-6A58-F441-8E31-A27974DBA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77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B5FE-F803-2343-9291-5ACB45885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DCFC0-370C-A34E-847D-267AAFD7BE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6AB056-E038-6149-9E39-81195DFAE4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874D2-EF0D-5348-9DA0-6CF4221EA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B1D0AD-4298-904A-B10F-8E81F8BB3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1B088-6F0C-3F45-BBF7-A72967EA3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3567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149EC-4DB3-2E42-A08C-99C295784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3F2D53-AC06-6F4C-84D7-C25F0C88F7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BC2BB8-5592-8143-8709-D896333DB2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3C7A6-4060-BA4E-861B-C9B35B17B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E215A5-A541-F042-82CE-C1A8DFE34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9BED67-0B41-1446-BC9A-EBACA8760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AD01B-5E38-D94D-B377-B070ACAE1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3FBB78-BA1F-0048-90E4-49E0F1CEE3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010E7-FBD0-6945-B6EE-B546AA754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7323-C88B-1349-896B-182BC6386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24EC16-2E60-1C4B-87BC-4B1E1F113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1540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B59461-2F66-CB42-9882-2C1E1C5129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C2BC09-D7B8-8947-AF5B-270B3B35BA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4EF9C-A851-D948-8924-90E695D2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96081-66F4-2A4E-A74D-D189AAE33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E67AC-B441-0843-88D3-0335709B2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08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41348F-FAB7-5247-AB7C-883FC7711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2B7C4C-35D9-704D-B30F-63F6B0564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35061-8D6C-F943-9369-A596285CC5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BB03CD-114E-7A44-9A61-E9E2400EDBDE}" type="datetimeFigureOut">
              <a:rPr lang="en-US" smtClean="0"/>
              <a:t>2/14/24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7707C-F836-BF4A-A692-F008AE40C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4E2E9C-448E-7040-8867-F843B583F2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3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64B6274-03B9-4A47-8D6C-B14A3BDF2315}"/>
              </a:ext>
            </a:extLst>
          </p:cNvPr>
          <p:cNvGrpSpPr/>
          <p:nvPr/>
        </p:nvGrpSpPr>
        <p:grpSpPr>
          <a:xfrm>
            <a:off x="3959617" y="1899553"/>
            <a:ext cx="1445864" cy="2084102"/>
            <a:chOff x="3959617" y="1899553"/>
            <a:chExt cx="1445864" cy="2084102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FE8C7B6-6673-4540-A541-0514FA6AD142}"/>
                </a:ext>
              </a:extLst>
            </p:cNvPr>
            <p:cNvGrpSpPr/>
            <p:nvPr/>
          </p:nvGrpSpPr>
          <p:grpSpPr>
            <a:xfrm>
              <a:off x="3959617" y="1989055"/>
              <a:ext cx="1445864" cy="1994600"/>
              <a:chOff x="3959617" y="1989055"/>
              <a:chExt cx="1445864" cy="1994600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A6B6D374-86BC-5642-A748-A47A437DD182}"/>
                  </a:ext>
                </a:extLst>
              </p:cNvPr>
              <p:cNvGrpSpPr/>
              <p:nvPr/>
            </p:nvGrpSpPr>
            <p:grpSpPr>
              <a:xfrm>
                <a:off x="4067289" y="1989055"/>
                <a:ext cx="1338192" cy="1994600"/>
                <a:chOff x="4067289" y="1989055"/>
                <a:chExt cx="1338192" cy="1994600"/>
              </a:xfrm>
            </p:grpSpPr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3F76A8F3-41A0-264E-9D30-16614BE725B1}"/>
                    </a:ext>
                  </a:extLst>
                </p:cNvPr>
                <p:cNvSpPr/>
                <p:nvPr/>
              </p:nvSpPr>
              <p:spPr>
                <a:xfrm>
                  <a:off x="4846623" y="2007006"/>
                  <a:ext cx="102386" cy="383943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" name="Oval 1">
                  <a:extLst>
                    <a:ext uri="{FF2B5EF4-FFF2-40B4-BE49-F238E27FC236}">
                      <a16:creationId xmlns:a16="http://schemas.microsoft.com/office/drawing/2014/main" id="{41823AD5-E3D5-6A44-BFAF-506BFE319FAC}"/>
                    </a:ext>
                  </a:extLst>
                </p:cNvPr>
                <p:cNvSpPr/>
                <p:nvPr/>
              </p:nvSpPr>
              <p:spPr>
                <a:xfrm>
                  <a:off x="4421894" y="2238546"/>
                  <a:ext cx="932394" cy="932394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" name="Can 55">
                  <a:extLst>
                    <a:ext uri="{FF2B5EF4-FFF2-40B4-BE49-F238E27FC236}">
                      <a16:creationId xmlns:a16="http://schemas.microsoft.com/office/drawing/2014/main" id="{AAC1A6EF-A8F8-F44A-A4DF-6CB5A4ABD55D}"/>
                    </a:ext>
                  </a:extLst>
                </p:cNvPr>
                <p:cNvSpPr/>
                <p:nvPr/>
              </p:nvSpPr>
              <p:spPr>
                <a:xfrm rot="15717510">
                  <a:off x="4260295" y="2252163"/>
                  <a:ext cx="357122" cy="743133"/>
                </a:xfrm>
                <a:prstGeom prst="can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4C62B63C-CABF-084D-9401-8D2BE35143BC}"/>
                    </a:ext>
                  </a:extLst>
                </p:cNvPr>
                <p:cNvSpPr/>
                <p:nvPr/>
              </p:nvSpPr>
              <p:spPr>
                <a:xfrm flipH="1">
                  <a:off x="5155696" y="1989055"/>
                  <a:ext cx="249785" cy="19946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FEB4EB90-88F1-3244-A9F9-A2E192B91AAA}"/>
                    </a:ext>
                  </a:extLst>
                </p:cNvPr>
                <p:cNvSpPr/>
                <p:nvPr/>
              </p:nvSpPr>
              <p:spPr>
                <a:xfrm>
                  <a:off x="4846623" y="2419127"/>
                  <a:ext cx="102386" cy="277597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E8DDC73E-DDC6-0549-826E-0BF162BC0F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7816" y="2557925"/>
                  <a:ext cx="0" cy="607012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C5C649C8-4AE5-3941-876D-3D6048C85B92}"/>
                    </a:ext>
                  </a:extLst>
                </p:cNvPr>
                <p:cNvCxnSpPr>
                  <a:cxnSpLocks/>
                  <a:endCxn id="56" idx="0"/>
                </p:cNvCxnSpPr>
                <p:nvPr/>
              </p:nvCxnSpPr>
              <p:spPr>
                <a:xfrm flipH="1">
                  <a:off x="4159346" y="2557925"/>
                  <a:ext cx="732948" cy="1052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C468C83-D3EA-6B40-92BC-F8CA26F84FC5}"/>
                  </a:ext>
                </a:extLst>
              </p:cNvPr>
              <p:cNvSpPr txBox="1"/>
              <p:nvPr/>
            </p:nvSpPr>
            <p:spPr>
              <a:xfrm>
                <a:off x="3959617" y="2891566"/>
                <a:ext cx="842143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&gt; 45°</a:t>
                </a: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32DF7DC9-77B6-1146-BFDD-1926A0896241}"/>
                  </a:ext>
                </a:extLst>
              </p:cNvPr>
              <p:cNvSpPr/>
              <p:nvPr/>
            </p:nvSpPr>
            <p:spPr>
              <a:xfrm rot="10800000">
                <a:off x="4677173" y="2380181"/>
                <a:ext cx="392985" cy="391601"/>
              </a:xfrm>
              <a:prstGeom prst="arc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1933BE7D-B497-5F47-9FF9-8FE082D769BD}"/>
                </a:ext>
              </a:extLst>
            </p:cNvPr>
            <p:cNvSpPr/>
            <p:nvPr/>
          </p:nvSpPr>
          <p:spPr>
            <a:xfrm>
              <a:off x="4003779" y="1989055"/>
              <a:ext cx="1275230" cy="1300909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176E903-2C86-7341-97E4-109EAFE5281F}"/>
                </a:ext>
              </a:extLst>
            </p:cNvPr>
            <p:cNvSpPr txBox="1"/>
            <p:nvPr/>
          </p:nvSpPr>
          <p:spPr>
            <a:xfrm flipH="1">
              <a:off x="3979896" y="1899553"/>
              <a:ext cx="316897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000" b="1" dirty="0"/>
                <a:t>O</a:t>
              </a:r>
              <a:endParaRPr lang="en-US" sz="3000" dirty="0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CD0914D7-1DCB-5147-8727-FB0EED5725EF}"/>
              </a:ext>
            </a:extLst>
          </p:cNvPr>
          <p:cNvGrpSpPr/>
          <p:nvPr/>
        </p:nvGrpSpPr>
        <p:grpSpPr>
          <a:xfrm flipH="1">
            <a:off x="6821966" y="1899553"/>
            <a:ext cx="1490200" cy="2084102"/>
            <a:chOff x="3915281" y="1899553"/>
            <a:chExt cx="1490200" cy="2084102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D01EC752-C434-EE4D-B432-CA7145C31A44}"/>
                </a:ext>
              </a:extLst>
            </p:cNvPr>
            <p:cNvGrpSpPr/>
            <p:nvPr/>
          </p:nvGrpSpPr>
          <p:grpSpPr>
            <a:xfrm>
              <a:off x="3915281" y="1989055"/>
              <a:ext cx="1490200" cy="1994600"/>
              <a:chOff x="3915281" y="1989055"/>
              <a:chExt cx="1490200" cy="1994600"/>
            </a:xfrm>
          </p:grpSpPr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8B965702-D146-7A46-B994-18061FAC342E}"/>
                  </a:ext>
                </a:extLst>
              </p:cNvPr>
              <p:cNvGrpSpPr/>
              <p:nvPr/>
            </p:nvGrpSpPr>
            <p:grpSpPr>
              <a:xfrm>
                <a:off x="4067289" y="1989055"/>
                <a:ext cx="1338192" cy="1994600"/>
                <a:chOff x="4067289" y="1989055"/>
                <a:chExt cx="1338192" cy="1994600"/>
              </a:xfrm>
            </p:grpSpPr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448A1323-8B75-8442-AFCC-8B0AEA131193}"/>
                    </a:ext>
                  </a:extLst>
                </p:cNvPr>
                <p:cNvSpPr/>
                <p:nvPr/>
              </p:nvSpPr>
              <p:spPr>
                <a:xfrm>
                  <a:off x="4846623" y="2007006"/>
                  <a:ext cx="102386" cy="383943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996E415A-D2AD-604F-9D5C-FD9A79B47E89}"/>
                    </a:ext>
                  </a:extLst>
                </p:cNvPr>
                <p:cNvSpPr/>
                <p:nvPr/>
              </p:nvSpPr>
              <p:spPr>
                <a:xfrm>
                  <a:off x="4421894" y="2238546"/>
                  <a:ext cx="932394" cy="932394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0" name="Can 89">
                  <a:extLst>
                    <a:ext uri="{FF2B5EF4-FFF2-40B4-BE49-F238E27FC236}">
                      <a16:creationId xmlns:a16="http://schemas.microsoft.com/office/drawing/2014/main" id="{771C0324-1B63-D442-8A90-8E7E89F329E3}"/>
                    </a:ext>
                  </a:extLst>
                </p:cNvPr>
                <p:cNvSpPr/>
                <p:nvPr/>
              </p:nvSpPr>
              <p:spPr>
                <a:xfrm rot="15717510">
                  <a:off x="4260295" y="2252163"/>
                  <a:ext cx="357122" cy="743133"/>
                </a:xfrm>
                <a:prstGeom prst="can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E8EA88CF-F416-0446-9741-A4B4BD2427B9}"/>
                    </a:ext>
                  </a:extLst>
                </p:cNvPr>
                <p:cNvSpPr/>
                <p:nvPr/>
              </p:nvSpPr>
              <p:spPr>
                <a:xfrm flipH="1">
                  <a:off x="5155696" y="1989055"/>
                  <a:ext cx="249785" cy="19946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DCCF958B-90F4-CE40-BAE0-874D512474A4}"/>
                    </a:ext>
                  </a:extLst>
                </p:cNvPr>
                <p:cNvSpPr/>
                <p:nvPr/>
              </p:nvSpPr>
              <p:spPr>
                <a:xfrm>
                  <a:off x="4846623" y="2419127"/>
                  <a:ext cx="102386" cy="277597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4" name="Straight Connector 93">
                  <a:extLst>
                    <a:ext uri="{FF2B5EF4-FFF2-40B4-BE49-F238E27FC236}">
                      <a16:creationId xmlns:a16="http://schemas.microsoft.com/office/drawing/2014/main" id="{6634E147-B8E3-6F45-A23E-735B82FA32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7816" y="2557925"/>
                  <a:ext cx="0" cy="607012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Straight Connector 94">
                  <a:extLst>
                    <a:ext uri="{FF2B5EF4-FFF2-40B4-BE49-F238E27FC236}">
                      <a16:creationId xmlns:a16="http://schemas.microsoft.com/office/drawing/2014/main" id="{0CB11D1C-C7D6-8F49-BB18-84C15261D567}"/>
                    </a:ext>
                  </a:extLst>
                </p:cNvPr>
                <p:cNvCxnSpPr>
                  <a:cxnSpLocks/>
                  <a:endCxn id="90" idx="0"/>
                </p:cNvCxnSpPr>
                <p:nvPr/>
              </p:nvCxnSpPr>
              <p:spPr>
                <a:xfrm flipH="1">
                  <a:off x="4159346" y="2557925"/>
                  <a:ext cx="732948" cy="1052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0F3FB51F-D502-D04F-89F5-CA91119871D5}"/>
                  </a:ext>
                </a:extLst>
              </p:cNvPr>
              <p:cNvSpPr txBox="1"/>
              <p:nvPr/>
            </p:nvSpPr>
            <p:spPr>
              <a:xfrm>
                <a:off x="3915281" y="2891566"/>
                <a:ext cx="842143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&gt; 45°</a:t>
                </a:r>
              </a:p>
            </p:txBody>
          </p:sp>
          <p:sp>
            <p:nvSpPr>
              <p:cNvPr id="87" name="Arc 86">
                <a:extLst>
                  <a:ext uri="{FF2B5EF4-FFF2-40B4-BE49-F238E27FC236}">
                    <a16:creationId xmlns:a16="http://schemas.microsoft.com/office/drawing/2014/main" id="{E004870D-7ECC-F94A-BEDA-AC13FDF19BB9}"/>
                  </a:ext>
                </a:extLst>
              </p:cNvPr>
              <p:cNvSpPr/>
              <p:nvPr/>
            </p:nvSpPr>
            <p:spPr>
              <a:xfrm rot="10800000">
                <a:off x="4677173" y="2380181"/>
                <a:ext cx="392985" cy="391601"/>
              </a:xfrm>
              <a:prstGeom prst="arc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8459DE2A-6134-8048-887F-32CEEB52F673}"/>
                </a:ext>
              </a:extLst>
            </p:cNvPr>
            <p:cNvSpPr/>
            <p:nvPr/>
          </p:nvSpPr>
          <p:spPr>
            <a:xfrm>
              <a:off x="4003779" y="1989055"/>
              <a:ext cx="1275230" cy="1300909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6532F2F-B9AB-CE48-8899-DCBEB4666E83}"/>
                </a:ext>
              </a:extLst>
            </p:cNvPr>
            <p:cNvSpPr txBox="1"/>
            <p:nvPr/>
          </p:nvSpPr>
          <p:spPr>
            <a:xfrm flipH="1">
              <a:off x="4085194" y="1899553"/>
              <a:ext cx="316897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000" b="1" dirty="0"/>
                <a:t>O</a:t>
              </a:r>
              <a:endParaRPr lang="en-US" sz="3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61606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7B23FE40-8C63-2C4D-BA29-2AD62A8AC23C}"/>
              </a:ext>
            </a:extLst>
          </p:cNvPr>
          <p:cNvGrpSpPr/>
          <p:nvPr/>
        </p:nvGrpSpPr>
        <p:grpSpPr>
          <a:xfrm>
            <a:off x="3978525" y="1913367"/>
            <a:ext cx="1471924" cy="2070288"/>
            <a:chOff x="3978525" y="1913367"/>
            <a:chExt cx="1471924" cy="207028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8EE3688-24B3-114A-A0D6-A0D0F41FC41A}"/>
                </a:ext>
              </a:extLst>
            </p:cNvPr>
            <p:cNvGrpSpPr/>
            <p:nvPr/>
          </p:nvGrpSpPr>
          <p:grpSpPr>
            <a:xfrm>
              <a:off x="4178447" y="1989055"/>
              <a:ext cx="1272002" cy="1994600"/>
              <a:chOff x="4178447" y="1989055"/>
              <a:chExt cx="1272002" cy="1994600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7073D6ED-4340-BC4F-B812-231129994DF4}"/>
                  </a:ext>
                </a:extLst>
              </p:cNvPr>
              <p:cNvGrpSpPr/>
              <p:nvPr/>
            </p:nvGrpSpPr>
            <p:grpSpPr>
              <a:xfrm>
                <a:off x="4178447" y="1989055"/>
                <a:ext cx="1272002" cy="1994600"/>
                <a:chOff x="4178447" y="1989055"/>
                <a:chExt cx="1272002" cy="1994600"/>
              </a:xfrm>
            </p:grpSpPr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3F76A8F3-41A0-264E-9D30-16614BE725B1}"/>
                    </a:ext>
                  </a:extLst>
                </p:cNvPr>
                <p:cNvSpPr/>
                <p:nvPr/>
              </p:nvSpPr>
              <p:spPr>
                <a:xfrm>
                  <a:off x="4846623" y="2007006"/>
                  <a:ext cx="102386" cy="383943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" name="Oval 1">
                  <a:extLst>
                    <a:ext uri="{FF2B5EF4-FFF2-40B4-BE49-F238E27FC236}">
                      <a16:creationId xmlns:a16="http://schemas.microsoft.com/office/drawing/2014/main" id="{41823AD5-E3D5-6A44-BFAF-506BFE319FAC}"/>
                    </a:ext>
                  </a:extLst>
                </p:cNvPr>
                <p:cNvSpPr/>
                <p:nvPr/>
              </p:nvSpPr>
              <p:spPr>
                <a:xfrm>
                  <a:off x="4421894" y="2238546"/>
                  <a:ext cx="932394" cy="932394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" name="Can 55">
                  <a:extLst>
                    <a:ext uri="{FF2B5EF4-FFF2-40B4-BE49-F238E27FC236}">
                      <a16:creationId xmlns:a16="http://schemas.microsoft.com/office/drawing/2014/main" id="{AAC1A6EF-A8F8-F44A-A4DF-6CB5A4ABD55D}"/>
                    </a:ext>
                  </a:extLst>
                </p:cNvPr>
                <p:cNvSpPr/>
                <p:nvPr/>
              </p:nvSpPr>
              <p:spPr>
                <a:xfrm rot="13544981">
                  <a:off x="4371453" y="2531217"/>
                  <a:ext cx="357122" cy="743133"/>
                </a:xfrm>
                <a:prstGeom prst="can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4C62B63C-CABF-084D-9401-8D2BE35143BC}"/>
                    </a:ext>
                  </a:extLst>
                </p:cNvPr>
                <p:cNvSpPr/>
                <p:nvPr/>
              </p:nvSpPr>
              <p:spPr>
                <a:xfrm flipH="1">
                  <a:off x="5155696" y="1989055"/>
                  <a:ext cx="249785" cy="19946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FEB4EB90-88F1-3244-A9F9-A2E192B91AAA}"/>
                    </a:ext>
                  </a:extLst>
                </p:cNvPr>
                <p:cNvSpPr/>
                <p:nvPr/>
              </p:nvSpPr>
              <p:spPr>
                <a:xfrm>
                  <a:off x="4846623" y="2419127"/>
                  <a:ext cx="102386" cy="277597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E8DDC73E-DDC6-0549-826E-0BF162BC0F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7816" y="2557925"/>
                  <a:ext cx="0" cy="47443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4B21575-EB33-554F-9E2F-10321F95C5FA}"/>
                    </a:ext>
                  </a:extLst>
                </p:cNvPr>
                <p:cNvSpPr txBox="1"/>
                <p:nvPr/>
              </p:nvSpPr>
              <p:spPr>
                <a:xfrm>
                  <a:off x="4437402" y="2925785"/>
                  <a:ext cx="1013047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dirty="0"/>
                    <a:t>≤ 45°</a:t>
                  </a:r>
                </a:p>
              </p:txBody>
            </p: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A0BEE5-6C32-F241-9143-3094959EC6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700000">
                  <a:off x="4616785" y="2455077"/>
                  <a:ext cx="0" cy="79487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" name="Arc 32">
                <a:extLst>
                  <a:ext uri="{FF2B5EF4-FFF2-40B4-BE49-F238E27FC236}">
                    <a16:creationId xmlns:a16="http://schemas.microsoft.com/office/drawing/2014/main" id="{506BA25F-20EF-BF41-B3CA-9F1E2A865CA0}"/>
                  </a:ext>
                </a:extLst>
              </p:cNvPr>
              <p:cNvSpPr/>
              <p:nvPr/>
            </p:nvSpPr>
            <p:spPr>
              <a:xfrm rot="10800000">
                <a:off x="4730966" y="2591421"/>
                <a:ext cx="261143" cy="203142"/>
              </a:xfrm>
              <a:prstGeom prst="arc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3B63520-6DBB-3F4A-A04F-989995A5459E}"/>
                </a:ext>
              </a:extLst>
            </p:cNvPr>
            <p:cNvSpPr/>
            <p:nvPr/>
          </p:nvSpPr>
          <p:spPr>
            <a:xfrm>
              <a:off x="4003779" y="1989055"/>
              <a:ext cx="1275230" cy="1300909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9A93AE5-C86E-3B42-990F-5F1FA0DFFCC5}"/>
                </a:ext>
              </a:extLst>
            </p:cNvPr>
            <p:cNvSpPr txBox="1"/>
            <p:nvPr/>
          </p:nvSpPr>
          <p:spPr>
            <a:xfrm flipH="1">
              <a:off x="3978525" y="1913367"/>
              <a:ext cx="316897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000" b="1" dirty="0"/>
                <a:t>R</a:t>
              </a:r>
              <a:endParaRPr lang="en-US" sz="300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0815655-C784-6747-87F0-0DDC7323B85F}"/>
              </a:ext>
            </a:extLst>
          </p:cNvPr>
          <p:cNvGrpSpPr/>
          <p:nvPr/>
        </p:nvGrpSpPr>
        <p:grpSpPr>
          <a:xfrm flipH="1">
            <a:off x="6525624" y="1908669"/>
            <a:ext cx="1401702" cy="2074986"/>
            <a:chOff x="4003779" y="1908669"/>
            <a:chExt cx="1401702" cy="2074986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9E7E838-A527-A743-87FE-C79E90A5A37F}"/>
                </a:ext>
              </a:extLst>
            </p:cNvPr>
            <p:cNvGrpSpPr/>
            <p:nvPr/>
          </p:nvGrpSpPr>
          <p:grpSpPr>
            <a:xfrm>
              <a:off x="4178447" y="1989055"/>
              <a:ext cx="1227034" cy="1994600"/>
              <a:chOff x="4178447" y="1989055"/>
              <a:chExt cx="1227034" cy="1994600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6484E218-9266-094A-A33D-D8750F8DDDE9}"/>
                  </a:ext>
                </a:extLst>
              </p:cNvPr>
              <p:cNvGrpSpPr/>
              <p:nvPr/>
            </p:nvGrpSpPr>
            <p:grpSpPr>
              <a:xfrm>
                <a:off x="4178447" y="1989055"/>
                <a:ext cx="1227034" cy="1994600"/>
                <a:chOff x="4178447" y="1989055"/>
                <a:chExt cx="1227034" cy="1994600"/>
              </a:xfrm>
            </p:grpSpPr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EC69140E-E335-674C-A63F-B9965821E46F}"/>
                    </a:ext>
                  </a:extLst>
                </p:cNvPr>
                <p:cNvSpPr/>
                <p:nvPr/>
              </p:nvSpPr>
              <p:spPr>
                <a:xfrm>
                  <a:off x="4846623" y="2007006"/>
                  <a:ext cx="102386" cy="383943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9ED2D4EB-B3A3-9D49-B4F0-12C156AC0454}"/>
                    </a:ext>
                  </a:extLst>
                </p:cNvPr>
                <p:cNvSpPr/>
                <p:nvPr/>
              </p:nvSpPr>
              <p:spPr>
                <a:xfrm>
                  <a:off x="4421894" y="2238546"/>
                  <a:ext cx="932394" cy="932394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1" name="Can 60">
                  <a:extLst>
                    <a:ext uri="{FF2B5EF4-FFF2-40B4-BE49-F238E27FC236}">
                      <a16:creationId xmlns:a16="http://schemas.microsoft.com/office/drawing/2014/main" id="{4BEC0779-5EE5-8D4C-AB52-AFDC72A1D091}"/>
                    </a:ext>
                  </a:extLst>
                </p:cNvPr>
                <p:cNvSpPr/>
                <p:nvPr/>
              </p:nvSpPr>
              <p:spPr>
                <a:xfrm rot="13544981">
                  <a:off x="4371453" y="2531217"/>
                  <a:ext cx="357122" cy="743133"/>
                </a:xfrm>
                <a:prstGeom prst="can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964CCE78-E95C-D046-9450-344EE814D675}"/>
                    </a:ext>
                  </a:extLst>
                </p:cNvPr>
                <p:cNvSpPr/>
                <p:nvPr/>
              </p:nvSpPr>
              <p:spPr>
                <a:xfrm flipH="1">
                  <a:off x="5155696" y="1989055"/>
                  <a:ext cx="249785" cy="19946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AC52A8B1-E128-C74D-B815-F3C6362A83FF}"/>
                    </a:ext>
                  </a:extLst>
                </p:cNvPr>
                <p:cNvSpPr/>
                <p:nvPr/>
              </p:nvSpPr>
              <p:spPr>
                <a:xfrm>
                  <a:off x="4846623" y="2419127"/>
                  <a:ext cx="102386" cy="277597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947E6ECF-8C66-EB4D-86FD-65001FE24D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7816" y="2557925"/>
                  <a:ext cx="0" cy="47443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69406C00-113B-DB43-BDA1-AAAE860B322F}"/>
                    </a:ext>
                  </a:extLst>
                </p:cNvPr>
                <p:cNvSpPr txBox="1"/>
                <p:nvPr/>
              </p:nvSpPr>
              <p:spPr>
                <a:xfrm>
                  <a:off x="4223377" y="2925785"/>
                  <a:ext cx="1013047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dirty="0"/>
                    <a:t>≤ 45°</a:t>
                  </a:r>
                </a:p>
              </p:txBody>
            </p: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50E86FE0-8E71-0341-81FE-CC16FB0DE6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700000">
                  <a:off x="4616785" y="2455077"/>
                  <a:ext cx="0" cy="79487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8" name="Arc 57">
                <a:extLst>
                  <a:ext uri="{FF2B5EF4-FFF2-40B4-BE49-F238E27FC236}">
                    <a16:creationId xmlns:a16="http://schemas.microsoft.com/office/drawing/2014/main" id="{4B7AB252-3104-4C4E-9610-F7A2FFA692C7}"/>
                  </a:ext>
                </a:extLst>
              </p:cNvPr>
              <p:cNvSpPr/>
              <p:nvPr/>
            </p:nvSpPr>
            <p:spPr>
              <a:xfrm rot="10800000">
                <a:off x="4730966" y="2591421"/>
                <a:ext cx="261143" cy="203142"/>
              </a:xfrm>
              <a:prstGeom prst="arc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D174238-4E42-E141-9737-1FCE7A21E8E2}"/>
                </a:ext>
              </a:extLst>
            </p:cNvPr>
            <p:cNvSpPr/>
            <p:nvPr/>
          </p:nvSpPr>
          <p:spPr>
            <a:xfrm>
              <a:off x="4003779" y="1989055"/>
              <a:ext cx="1275230" cy="1300909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352A87E-24AD-3E4C-BF08-964E7A308F6B}"/>
                </a:ext>
              </a:extLst>
            </p:cNvPr>
            <p:cNvSpPr txBox="1"/>
            <p:nvPr/>
          </p:nvSpPr>
          <p:spPr>
            <a:xfrm flipH="1">
              <a:off x="4054388" y="1908669"/>
              <a:ext cx="316897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000" b="1" dirty="0"/>
                <a:t>R</a:t>
              </a:r>
              <a:endParaRPr lang="en-US" sz="3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225664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14">
            <a:extLst>
              <a:ext uri="{FF2B5EF4-FFF2-40B4-BE49-F238E27FC236}">
                <a16:creationId xmlns:a16="http://schemas.microsoft.com/office/drawing/2014/main" id="{F9F5861D-FC12-C847-B65F-E6A6F6B44852}"/>
              </a:ext>
            </a:extLst>
          </p:cNvPr>
          <p:cNvSpPr/>
          <p:nvPr/>
        </p:nvSpPr>
        <p:spPr>
          <a:xfrm rot="14260250">
            <a:off x="5053089" y="3161144"/>
            <a:ext cx="510962" cy="549916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7F43047-9720-1F45-A89E-A9C8A612D0A8}"/>
              </a:ext>
            </a:extLst>
          </p:cNvPr>
          <p:cNvGrpSpPr/>
          <p:nvPr/>
        </p:nvGrpSpPr>
        <p:grpSpPr>
          <a:xfrm>
            <a:off x="4442586" y="2036190"/>
            <a:ext cx="1171575" cy="1833165"/>
            <a:chOff x="4442586" y="2036190"/>
            <a:chExt cx="1171575" cy="1833165"/>
          </a:xfrm>
        </p:grpSpPr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F50C8471-61EC-BE4C-9F35-C7A559211D01}"/>
                </a:ext>
              </a:extLst>
            </p:cNvPr>
            <p:cNvSpPr/>
            <p:nvPr/>
          </p:nvSpPr>
          <p:spPr>
            <a:xfrm rot="7339750" flipH="1">
              <a:off x="4529700" y="3154597"/>
              <a:ext cx="510962" cy="549916"/>
            </a:xfrm>
            <a:prstGeom prst="ellipse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5" name="Triangle 54">
              <a:extLst>
                <a:ext uri="{FF2B5EF4-FFF2-40B4-BE49-F238E27FC236}">
                  <a16:creationId xmlns:a16="http://schemas.microsoft.com/office/drawing/2014/main" id="{F1AA8FBF-5A5E-4947-9BF4-87EAFBF92066}"/>
                </a:ext>
              </a:extLst>
            </p:cNvPr>
            <p:cNvSpPr/>
            <p:nvPr/>
          </p:nvSpPr>
          <p:spPr>
            <a:xfrm rot="10800000" flipH="1">
              <a:off x="4442586" y="2384981"/>
              <a:ext cx="1171575" cy="1484374"/>
            </a:xfrm>
            <a:prstGeom prst="triangle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Can 55">
              <a:extLst>
                <a:ext uri="{FF2B5EF4-FFF2-40B4-BE49-F238E27FC236}">
                  <a16:creationId xmlns:a16="http://schemas.microsoft.com/office/drawing/2014/main" id="{AAC1A6EF-A8F8-F44A-A4DF-6CB5A4ABD55D}"/>
                </a:ext>
              </a:extLst>
            </p:cNvPr>
            <p:cNvSpPr/>
            <p:nvPr/>
          </p:nvSpPr>
          <p:spPr>
            <a:xfrm rot="8840046">
              <a:off x="4672510" y="2407337"/>
              <a:ext cx="385763" cy="726819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A219D18-D9D9-E343-8FC4-989F88AA51F0}"/>
                </a:ext>
              </a:extLst>
            </p:cNvPr>
            <p:cNvCxnSpPr/>
            <p:nvPr/>
          </p:nvCxnSpPr>
          <p:spPr>
            <a:xfrm>
              <a:off x="5034642" y="3530586"/>
              <a:ext cx="0" cy="10816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C1B5090-4092-4145-BF1A-DED9FEF6618F}"/>
                </a:ext>
              </a:extLst>
            </p:cNvPr>
            <p:cNvCxnSpPr>
              <a:cxnSpLocks/>
            </p:cNvCxnSpPr>
            <p:nvPr/>
          </p:nvCxnSpPr>
          <p:spPr>
            <a:xfrm>
              <a:off x="4933488" y="3469736"/>
              <a:ext cx="101154" cy="65947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25B56C43-9DDC-2E43-8BED-179D4E652E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34642" y="3469735"/>
              <a:ext cx="101154" cy="65947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09D9B8B-55A7-0445-BFC5-420BCDEB5FAC}"/>
                </a:ext>
              </a:extLst>
            </p:cNvPr>
            <p:cNvCxnSpPr>
              <a:cxnSpLocks/>
              <a:stCxn id="55" idx="3"/>
            </p:cNvCxnSpPr>
            <p:nvPr/>
          </p:nvCxnSpPr>
          <p:spPr>
            <a:xfrm flipV="1">
              <a:off x="5028374" y="2036190"/>
              <a:ext cx="0" cy="348791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0CDBE0E-CBDD-514C-B02A-D79DBD9A49DB}"/>
              </a:ext>
            </a:extLst>
          </p:cNvPr>
          <p:cNvSpPr/>
          <p:nvPr/>
        </p:nvSpPr>
        <p:spPr>
          <a:xfrm>
            <a:off x="4387090" y="1999215"/>
            <a:ext cx="1275230" cy="19474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an 13">
            <a:extLst>
              <a:ext uri="{FF2B5EF4-FFF2-40B4-BE49-F238E27FC236}">
                <a16:creationId xmlns:a16="http://schemas.microsoft.com/office/drawing/2014/main" id="{DC973840-68CC-DC4E-AFAC-F72C4A38020E}"/>
              </a:ext>
            </a:extLst>
          </p:cNvPr>
          <p:cNvSpPr/>
          <p:nvPr/>
        </p:nvSpPr>
        <p:spPr>
          <a:xfrm rot="12759954" flipH="1">
            <a:off x="4970940" y="2416315"/>
            <a:ext cx="385763" cy="72681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446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16</Words>
  <Application>Microsoft Macintosh PowerPoint</Application>
  <PresentationFormat>Widescreen</PresentationFormat>
  <Paragraphs>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Denis Reshetov</dc:creator>
  <cp:lastModifiedBy>Denis Reshetov</cp:lastModifiedBy>
  <cp:revision>20</cp:revision>
  <dcterms:created xsi:type="dcterms:W3CDTF">2024-02-11T12:46:39Z</dcterms:created>
  <dcterms:modified xsi:type="dcterms:W3CDTF">2024-02-14T14:25:12Z</dcterms:modified>
</cp:coreProperties>
</file>