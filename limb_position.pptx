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78"/>
    <p:restoredTop sz="94595"/>
  </p:normalViewPr>
  <p:slideViewPr>
    <p:cSldViewPr snapToGrid="0" snapToObjects="1">
      <p:cViewPr>
        <p:scale>
          <a:sx n="303" d="100"/>
          <a:sy n="303" d="100"/>
        </p:scale>
        <p:origin x="-5136" y="-3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1CD66E8B-4FFF-2E41-A755-7EEBDF68C968}"/>
              </a:ext>
            </a:extLst>
          </p:cNvPr>
          <p:cNvGrpSpPr/>
          <p:nvPr/>
        </p:nvGrpSpPr>
        <p:grpSpPr>
          <a:xfrm>
            <a:off x="4073612" y="1311893"/>
            <a:ext cx="1619072" cy="2671762"/>
            <a:chOff x="4073612" y="1311893"/>
            <a:chExt cx="1619072" cy="2671762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5717510">
              <a:off x="4316499" y="2143888"/>
              <a:ext cx="385763" cy="871538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C62B63C-CABF-084D-9401-8D2BE35143BC}"/>
                </a:ext>
              </a:extLst>
            </p:cNvPr>
            <p:cNvSpPr/>
            <p:nvPr/>
          </p:nvSpPr>
          <p:spPr>
            <a:xfrm flipH="1">
              <a:off x="5155696" y="1311893"/>
              <a:ext cx="536988" cy="2671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8DDC73E-DDC6-0549-826E-0BF162BC0F09}"/>
                </a:ext>
              </a:extLst>
            </p:cNvPr>
            <p:cNvCxnSpPr>
              <a:cxnSpLocks/>
            </p:cNvCxnSpPr>
            <p:nvPr/>
          </p:nvCxnSpPr>
          <p:spPr>
            <a:xfrm>
              <a:off x="4444490" y="2210585"/>
              <a:ext cx="0" cy="1658771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60E36279-4ED3-AC4D-A6A5-91CA9B1F8E82}"/>
              </a:ext>
            </a:extLst>
          </p:cNvPr>
          <p:cNvSpPr/>
          <p:nvPr/>
        </p:nvSpPr>
        <p:spPr>
          <a:xfrm>
            <a:off x="4003779" y="198905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0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7F43047-9720-1F45-A89E-A9C8A612D0A8}"/>
              </a:ext>
            </a:extLst>
          </p:cNvPr>
          <p:cNvGrpSpPr/>
          <p:nvPr/>
        </p:nvGrpSpPr>
        <p:grpSpPr>
          <a:xfrm>
            <a:off x="4442586" y="1311893"/>
            <a:ext cx="1250098" cy="2671762"/>
            <a:chOff x="4442586" y="1311893"/>
            <a:chExt cx="1250098" cy="2671762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2041958">
              <a:off x="4547128" y="2400106"/>
              <a:ext cx="385763" cy="72681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C62B63C-CABF-084D-9401-8D2BE35143BC}"/>
                </a:ext>
              </a:extLst>
            </p:cNvPr>
            <p:cNvSpPr/>
            <p:nvPr/>
          </p:nvSpPr>
          <p:spPr>
            <a:xfrm flipH="1">
              <a:off x="5155696" y="1311893"/>
              <a:ext cx="536988" cy="2671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44CBF4D-5739-584E-A536-94B83A62314C}"/>
                </a:ext>
              </a:extLst>
            </p:cNvPr>
            <p:cNvCxnSpPr>
              <a:cxnSpLocks/>
            </p:cNvCxnSpPr>
            <p:nvPr/>
          </p:nvCxnSpPr>
          <p:spPr>
            <a:xfrm>
              <a:off x="4444490" y="2210585"/>
              <a:ext cx="0" cy="1658771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0CDBE0E-CBDD-514C-B02A-D79DBD9A49DB}"/>
              </a:ext>
            </a:extLst>
          </p:cNvPr>
          <p:cNvSpPr/>
          <p:nvPr/>
        </p:nvSpPr>
        <p:spPr>
          <a:xfrm>
            <a:off x="4003779" y="198905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80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7</cp:revision>
  <dcterms:created xsi:type="dcterms:W3CDTF">2024-02-11T12:46:39Z</dcterms:created>
  <dcterms:modified xsi:type="dcterms:W3CDTF">2024-02-11T14:03:46Z</dcterms:modified>
</cp:coreProperties>
</file>