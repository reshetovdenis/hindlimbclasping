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2" r:id="rId2"/>
    <p:sldId id="264" r:id="rId3"/>
    <p:sldId id="265" r:id="rId4"/>
    <p:sldId id="256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45"/>
    <p:restoredTop sz="94625"/>
  </p:normalViewPr>
  <p:slideViewPr>
    <p:cSldViewPr snapToGrid="0" snapToObjects="1">
      <p:cViewPr>
        <p:scale>
          <a:sx n="213" d="100"/>
          <a:sy n="213" d="100"/>
        </p:scale>
        <p:origin x="-2096" y="-1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22661-2EE4-B641-9693-CEAF9B3522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957683-6479-F244-A312-B854E2767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41F5C4-3980-3641-A25D-FAB0011D2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964B4-FA9A-5243-AC23-7B96264CC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9F3A27-67AE-AE41-BA22-5DE5962DA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842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344C4-E018-6E41-8763-BF9881B81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4A36A4-2C05-B242-865E-D17B6AF6FF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66E18B-DCEC-BF46-A6FB-ADAF09418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8AA03B-C7A8-BE4F-AC3A-82FCCC94C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F9885-C197-F843-8DB7-4427AF74E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0166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89998-A92E-194B-B82F-0A2109ED9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F025EF-4781-1145-8367-08223B07C9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3B537-D380-A149-A1FA-0EE341631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BE7C4-D1F7-E34F-8383-18FB51F84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569420-29D0-784C-AC80-A7DEA5A9D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866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566F3-0DFE-1441-85C3-35C512389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99ABB-31A3-274E-8874-EFC514267C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4E48A3-17A4-4E49-85A6-7492AA1C08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A1249-BD7E-6E42-8001-1C49C4F5C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6328FF-E615-5D4C-A3A4-1186A08CC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E73CB0-C79F-8948-868A-3AC957EF8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51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416DB-E612-DE40-A292-07609F0E3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D41D97-170E-6A40-BB16-2B98EFEBF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0B3259-C6D8-D247-9BFB-05A4D9D4C8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A51B0D-8B47-3B42-AC5C-2C9D9F5B75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FE1CCA-7753-E344-97C4-2F677250C6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2FB2D7-5209-144F-B768-176BFAC66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2/19/24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5177CD-0C53-1E4B-BFD4-C648FFA2E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4DF44-1E66-7B4F-BDBD-2F9703068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443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6633B-4B8B-B44C-8EBD-F79329B44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1C67C2-2E00-F846-9645-E48262F47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2/19/24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D29807-6D83-E148-B382-FD8BBA20C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07504B-24E3-9948-B571-28BC1EC91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690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BC00CD-4332-2746-80F5-E3705899F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2/19/24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E07854-8F67-B344-BC22-369EB654D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494B92-6A58-F441-8E31-A27974DBA3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6773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7B5FE-F803-2343-9291-5ACB45885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DCFC0-370C-A34E-847D-267AAFD7BE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6AB056-E038-6149-9E39-81195DFAE4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7874D2-EF0D-5348-9DA0-6CF4221EA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B1D0AD-4298-904A-B10F-8E81F8BB3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21B088-6F0C-3F45-BBF7-A72967EA3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03567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149EC-4DB3-2E42-A08C-99C295784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3F2D53-AC06-6F4C-84D7-C25F0C88F7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BC2BB8-5592-8143-8709-D896333DB2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3C7A6-4060-BA4E-861B-C9B35B17B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E215A5-A541-F042-82CE-C1A8DFE34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9BED67-0B41-1446-BC9A-EBACA8760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72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AD01B-5E38-D94D-B377-B070ACAE1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3FBB78-BA1F-0048-90E4-49E0F1CEE3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010E7-FBD0-6945-B6EE-B546AA754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C7323-C88B-1349-896B-182BC6386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24EC16-2E60-1C4B-87BC-4B1E1F113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1540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B59461-2F66-CB42-9882-2C1E1C5129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C2BC09-D7B8-8947-AF5B-270B3B35BA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84EF9C-A851-D948-8924-90E695D25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B03CD-114E-7A44-9A61-E9E2400EDBDE}" type="datetimeFigureOut">
              <a:rPr lang="en-US" smtClean="0"/>
              <a:t>2/19/24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996081-66F4-2A4E-A74D-D189AAE33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E67AC-B441-0843-88D3-0335709B2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5088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41348F-FAB7-5247-AB7C-883FC77119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2B7C4C-35D9-704D-B30F-63F6B0564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F35061-8D6C-F943-9369-A596285CC5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BB03CD-114E-7A44-9A61-E9E2400EDBDE}" type="datetimeFigureOut">
              <a:rPr lang="en-US" smtClean="0"/>
              <a:t>2/19/24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C7707C-F836-BF4A-A692-F008AE40C0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4E2E9C-448E-7040-8867-F843B583F2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B4EB6B-FE99-A741-A97D-797CAA8589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737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1DF87100-9A29-0E45-A2C1-4EF79521D4AF}"/>
              </a:ext>
            </a:extLst>
          </p:cNvPr>
          <p:cNvGrpSpPr/>
          <p:nvPr/>
        </p:nvGrpSpPr>
        <p:grpSpPr>
          <a:xfrm>
            <a:off x="4145487" y="1989055"/>
            <a:ext cx="1415940" cy="1300909"/>
            <a:chOff x="4145487" y="1989055"/>
            <a:chExt cx="1415940" cy="1300909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7E5DA20A-B142-5B42-88E6-FA5D801AA313}"/>
                </a:ext>
              </a:extLst>
            </p:cNvPr>
            <p:cNvGrpSpPr/>
            <p:nvPr/>
          </p:nvGrpSpPr>
          <p:grpSpPr>
            <a:xfrm>
              <a:off x="4145487" y="1989055"/>
              <a:ext cx="1208801" cy="1300909"/>
              <a:chOff x="4145487" y="1989055"/>
              <a:chExt cx="1208801" cy="1300909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F76A8F3-41A0-264E-9D30-16614BE725B1}"/>
                  </a:ext>
                </a:extLst>
              </p:cNvPr>
              <p:cNvSpPr/>
              <p:nvPr/>
            </p:nvSpPr>
            <p:spPr>
              <a:xfrm>
                <a:off x="4846623" y="2007006"/>
                <a:ext cx="102386" cy="383943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41823AD5-E3D5-6A44-BFAF-506BFE319FAC}"/>
                  </a:ext>
                </a:extLst>
              </p:cNvPr>
              <p:cNvSpPr/>
              <p:nvPr/>
            </p:nvSpPr>
            <p:spPr>
              <a:xfrm>
                <a:off x="4421894" y="2238546"/>
                <a:ext cx="932394" cy="932394"/>
              </a:xfrm>
              <a:prstGeom prst="ellipse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56" name="Can 55">
                <a:extLst>
                  <a:ext uri="{FF2B5EF4-FFF2-40B4-BE49-F238E27FC236}">
                    <a16:creationId xmlns:a16="http://schemas.microsoft.com/office/drawing/2014/main" id="{AAC1A6EF-A8F8-F44A-A4DF-6CB5A4ABD55D}"/>
                  </a:ext>
                </a:extLst>
              </p:cNvPr>
              <p:cNvSpPr/>
              <p:nvPr/>
            </p:nvSpPr>
            <p:spPr>
              <a:xfrm rot="13544981">
                <a:off x="4443044" y="2520030"/>
                <a:ext cx="222192" cy="743133"/>
              </a:xfrm>
              <a:prstGeom prst="can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FEB4EB90-88F1-3244-A9F9-A2E192B91AAA}"/>
                  </a:ext>
                </a:extLst>
              </p:cNvPr>
              <p:cNvSpPr/>
              <p:nvPr/>
            </p:nvSpPr>
            <p:spPr>
              <a:xfrm>
                <a:off x="4846623" y="2419127"/>
                <a:ext cx="102386" cy="277597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353558FB-3386-4845-8975-BCF8EA068A0F}"/>
                  </a:ext>
                </a:extLst>
              </p:cNvPr>
              <p:cNvSpPr/>
              <p:nvPr/>
            </p:nvSpPr>
            <p:spPr>
              <a:xfrm rot="20997034">
                <a:off x="4160992" y="3006302"/>
                <a:ext cx="343675" cy="207932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04132F47-0067-E44E-B010-6D2282F2E24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75542" y="3109186"/>
                <a:ext cx="41467" cy="37028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13D448C0-129B-E248-AA7A-F160E1705FE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99450" y="3140696"/>
                <a:ext cx="41467" cy="37028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0059D9F6-FDAA-FB4E-9D50-0759BA9822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37936" y="3161257"/>
                <a:ext cx="41467" cy="37028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79605622-9A78-6B4C-94FC-0336315F398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90876" y="3173421"/>
                <a:ext cx="41467" cy="37028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73B63520-6DBB-3F4A-A04F-989995A5459E}"/>
                  </a:ext>
                </a:extLst>
              </p:cNvPr>
              <p:cNvSpPr/>
              <p:nvPr/>
            </p:nvSpPr>
            <p:spPr>
              <a:xfrm>
                <a:off x="4145487" y="1989055"/>
                <a:ext cx="843856" cy="1300909"/>
              </a:xfrm>
              <a:prstGeom prst="rect">
                <a:avLst/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6F150C28-A1D3-BF49-A6DC-A2507906D1B0}"/>
                </a:ext>
              </a:extLst>
            </p:cNvPr>
            <p:cNvSpPr/>
            <p:nvPr/>
          </p:nvSpPr>
          <p:spPr>
            <a:xfrm>
              <a:off x="5003409" y="1989055"/>
              <a:ext cx="558018" cy="13009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7F7F569-7214-BC4F-A46D-8DF00B932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30406" y="2568425"/>
              <a:ext cx="578424" cy="553469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256643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1DF87100-9A29-0E45-A2C1-4EF79521D4AF}"/>
              </a:ext>
            </a:extLst>
          </p:cNvPr>
          <p:cNvGrpSpPr/>
          <p:nvPr/>
        </p:nvGrpSpPr>
        <p:grpSpPr>
          <a:xfrm flipH="1">
            <a:off x="4145487" y="1989055"/>
            <a:ext cx="1415940" cy="1300909"/>
            <a:chOff x="4145487" y="1989055"/>
            <a:chExt cx="1415940" cy="1300909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7E5DA20A-B142-5B42-88E6-FA5D801AA313}"/>
                </a:ext>
              </a:extLst>
            </p:cNvPr>
            <p:cNvGrpSpPr/>
            <p:nvPr/>
          </p:nvGrpSpPr>
          <p:grpSpPr>
            <a:xfrm>
              <a:off x="4145487" y="1989055"/>
              <a:ext cx="1208801" cy="1300909"/>
              <a:chOff x="4145487" y="1989055"/>
              <a:chExt cx="1208801" cy="1300909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F76A8F3-41A0-264E-9D30-16614BE725B1}"/>
                  </a:ext>
                </a:extLst>
              </p:cNvPr>
              <p:cNvSpPr/>
              <p:nvPr/>
            </p:nvSpPr>
            <p:spPr>
              <a:xfrm>
                <a:off x="4846623" y="2007006"/>
                <a:ext cx="102386" cy="383943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41823AD5-E3D5-6A44-BFAF-506BFE319FAC}"/>
                  </a:ext>
                </a:extLst>
              </p:cNvPr>
              <p:cNvSpPr/>
              <p:nvPr/>
            </p:nvSpPr>
            <p:spPr>
              <a:xfrm>
                <a:off x="4421894" y="2238546"/>
                <a:ext cx="932394" cy="932394"/>
              </a:xfrm>
              <a:prstGeom prst="ellipse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56" name="Can 55">
                <a:extLst>
                  <a:ext uri="{FF2B5EF4-FFF2-40B4-BE49-F238E27FC236}">
                    <a16:creationId xmlns:a16="http://schemas.microsoft.com/office/drawing/2014/main" id="{AAC1A6EF-A8F8-F44A-A4DF-6CB5A4ABD55D}"/>
                  </a:ext>
                </a:extLst>
              </p:cNvPr>
              <p:cNvSpPr/>
              <p:nvPr/>
            </p:nvSpPr>
            <p:spPr>
              <a:xfrm rot="13544981">
                <a:off x="4443044" y="2520030"/>
                <a:ext cx="222192" cy="743133"/>
              </a:xfrm>
              <a:prstGeom prst="can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FEB4EB90-88F1-3244-A9F9-A2E192B91AAA}"/>
                  </a:ext>
                </a:extLst>
              </p:cNvPr>
              <p:cNvSpPr/>
              <p:nvPr/>
            </p:nvSpPr>
            <p:spPr>
              <a:xfrm>
                <a:off x="4846623" y="2419127"/>
                <a:ext cx="102386" cy="277597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353558FB-3386-4845-8975-BCF8EA068A0F}"/>
                  </a:ext>
                </a:extLst>
              </p:cNvPr>
              <p:cNvSpPr/>
              <p:nvPr/>
            </p:nvSpPr>
            <p:spPr>
              <a:xfrm rot="20997034">
                <a:off x="4160992" y="3006302"/>
                <a:ext cx="343675" cy="207932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04132F47-0067-E44E-B010-6D2282F2E24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75542" y="3109186"/>
                <a:ext cx="41467" cy="37028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13D448C0-129B-E248-AA7A-F160E1705FE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99450" y="3140696"/>
                <a:ext cx="41467" cy="37028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0059D9F6-FDAA-FB4E-9D50-0759BA9822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37936" y="3161257"/>
                <a:ext cx="41467" cy="37028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79605622-9A78-6B4C-94FC-0336315F398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90876" y="3173421"/>
                <a:ext cx="41467" cy="37028"/>
              </a:xfrm>
              <a:prstGeom prst="line">
                <a:avLst/>
              </a:prstGeom>
              <a:ln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73B63520-6DBB-3F4A-A04F-989995A5459E}"/>
                  </a:ext>
                </a:extLst>
              </p:cNvPr>
              <p:cNvSpPr/>
              <p:nvPr/>
            </p:nvSpPr>
            <p:spPr>
              <a:xfrm>
                <a:off x="4145487" y="1989055"/>
                <a:ext cx="843856" cy="1300909"/>
              </a:xfrm>
              <a:prstGeom prst="rect">
                <a:avLst/>
              </a:prstGeom>
              <a:noFill/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6F150C28-A1D3-BF49-A6DC-A2507906D1B0}"/>
                </a:ext>
              </a:extLst>
            </p:cNvPr>
            <p:cNvSpPr/>
            <p:nvPr/>
          </p:nvSpPr>
          <p:spPr>
            <a:xfrm>
              <a:off x="5003409" y="1989055"/>
              <a:ext cx="558018" cy="13009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7F7F569-7214-BC4F-A46D-8DF00B932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30406" y="2568425"/>
              <a:ext cx="578424" cy="553469"/>
            </a:xfrm>
            <a:prstGeom prst="line">
              <a:avLst/>
            </a:prstGeom>
            <a:ln w="3810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887978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7E5DA20A-B142-5B42-88E6-FA5D801AA313}"/>
              </a:ext>
            </a:extLst>
          </p:cNvPr>
          <p:cNvGrpSpPr/>
          <p:nvPr/>
        </p:nvGrpSpPr>
        <p:grpSpPr>
          <a:xfrm flipH="1">
            <a:off x="4297886" y="2143801"/>
            <a:ext cx="1502687" cy="1300909"/>
            <a:chOff x="4145487" y="1989055"/>
            <a:chExt cx="1502687" cy="130090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F76A8F3-41A0-264E-9D30-16614BE725B1}"/>
                </a:ext>
              </a:extLst>
            </p:cNvPr>
            <p:cNvSpPr/>
            <p:nvPr/>
          </p:nvSpPr>
          <p:spPr>
            <a:xfrm>
              <a:off x="4846623" y="2007006"/>
              <a:ext cx="102386" cy="38394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41823AD5-E3D5-6A44-BFAF-506BFE319FAC}"/>
                </a:ext>
              </a:extLst>
            </p:cNvPr>
            <p:cNvSpPr/>
            <p:nvPr/>
          </p:nvSpPr>
          <p:spPr>
            <a:xfrm>
              <a:off x="4421894" y="2238546"/>
              <a:ext cx="932394" cy="932394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6" name="Can 55">
              <a:extLst>
                <a:ext uri="{FF2B5EF4-FFF2-40B4-BE49-F238E27FC236}">
                  <a16:creationId xmlns:a16="http://schemas.microsoft.com/office/drawing/2014/main" id="{AAC1A6EF-A8F8-F44A-A4DF-6CB5A4ABD55D}"/>
                </a:ext>
              </a:extLst>
            </p:cNvPr>
            <p:cNvSpPr/>
            <p:nvPr/>
          </p:nvSpPr>
          <p:spPr>
            <a:xfrm rot="13544981">
              <a:off x="4443044" y="2520030"/>
              <a:ext cx="222192" cy="743133"/>
            </a:xfrm>
            <a:prstGeom prst="can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FEB4EB90-88F1-3244-A9F9-A2E192B91AAA}"/>
                </a:ext>
              </a:extLst>
            </p:cNvPr>
            <p:cNvSpPr/>
            <p:nvPr/>
          </p:nvSpPr>
          <p:spPr>
            <a:xfrm>
              <a:off x="4846623" y="2419127"/>
              <a:ext cx="102386" cy="277597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53558FB-3386-4845-8975-BCF8EA068A0F}"/>
                </a:ext>
              </a:extLst>
            </p:cNvPr>
            <p:cNvSpPr/>
            <p:nvPr/>
          </p:nvSpPr>
          <p:spPr>
            <a:xfrm rot="20997034">
              <a:off x="4160992" y="3006302"/>
              <a:ext cx="343675" cy="20793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4132F47-0067-E44E-B010-6D2282F2E2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75542" y="3109186"/>
              <a:ext cx="41467" cy="37028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D448C0-129B-E248-AA7A-F160E1705FE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99450" y="3140696"/>
              <a:ext cx="41467" cy="37028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0059D9F6-FDAA-FB4E-9D50-0759BA9822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37936" y="3161257"/>
              <a:ext cx="41467" cy="37028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79605622-9A78-6B4C-94FC-0336315F39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90876" y="3173421"/>
              <a:ext cx="41467" cy="37028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73B63520-6DBB-3F4A-A04F-989995A5459E}"/>
                </a:ext>
              </a:extLst>
            </p:cNvPr>
            <p:cNvSpPr/>
            <p:nvPr/>
          </p:nvSpPr>
          <p:spPr>
            <a:xfrm>
              <a:off x="4145487" y="1989055"/>
              <a:ext cx="1502687" cy="1300909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B127FB2-4790-A14A-ABAD-9A6FF4BEC8FA}"/>
              </a:ext>
            </a:extLst>
          </p:cNvPr>
          <p:cNvGrpSpPr/>
          <p:nvPr/>
        </p:nvGrpSpPr>
        <p:grpSpPr>
          <a:xfrm>
            <a:off x="4313392" y="2571527"/>
            <a:ext cx="788017" cy="795107"/>
            <a:chOff x="4160992" y="2419127"/>
            <a:chExt cx="788017" cy="795107"/>
          </a:xfrm>
        </p:grpSpPr>
        <p:sp>
          <p:nvSpPr>
            <p:cNvPr id="22" name="Can 21">
              <a:extLst>
                <a:ext uri="{FF2B5EF4-FFF2-40B4-BE49-F238E27FC236}">
                  <a16:creationId xmlns:a16="http://schemas.microsoft.com/office/drawing/2014/main" id="{E8662F07-F881-F641-9A18-7460D95F5DB5}"/>
                </a:ext>
              </a:extLst>
            </p:cNvPr>
            <p:cNvSpPr/>
            <p:nvPr/>
          </p:nvSpPr>
          <p:spPr>
            <a:xfrm rot="13544981">
              <a:off x="4443044" y="2520030"/>
              <a:ext cx="222192" cy="743133"/>
            </a:xfrm>
            <a:prstGeom prst="can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1F5F955-F975-2B40-AA13-C4FA1FB2AF7C}"/>
                </a:ext>
              </a:extLst>
            </p:cNvPr>
            <p:cNvSpPr/>
            <p:nvPr/>
          </p:nvSpPr>
          <p:spPr>
            <a:xfrm>
              <a:off x="4846623" y="2419127"/>
              <a:ext cx="102386" cy="277597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1F8616C-93E5-7F47-94E7-D8A90A65E1AA}"/>
                </a:ext>
              </a:extLst>
            </p:cNvPr>
            <p:cNvSpPr/>
            <p:nvPr/>
          </p:nvSpPr>
          <p:spPr>
            <a:xfrm rot="20997034">
              <a:off x="4160992" y="3006302"/>
              <a:ext cx="343675" cy="20793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9883EBD-AE9B-B84D-AE0B-CAB84767BF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75542" y="3109186"/>
              <a:ext cx="41467" cy="37028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535C826-F972-8C4A-BA16-7A0D5397F7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99450" y="3140696"/>
              <a:ext cx="41467" cy="37028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37B897D-2DB1-704D-9181-A344517DB1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37936" y="3161257"/>
              <a:ext cx="41467" cy="37028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FAEBA90-2091-7D4D-AF30-BA70E00F20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90876" y="3173421"/>
              <a:ext cx="41467" cy="37028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EA859CC-56FC-BD4C-BD12-37BB6CB6C1EB}"/>
              </a:ext>
            </a:extLst>
          </p:cNvPr>
          <p:cNvCxnSpPr>
            <a:cxnSpLocks/>
          </p:cNvCxnSpPr>
          <p:nvPr/>
        </p:nvCxnSpPr>
        <p:spPr>
          <a:xfrm>
            <a:off x="4474097" y="3267773"/>
            <a:ext cx="1148294" cy="1113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8319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F7EAC529-7D02-8441-8F8D-940D54FFBF72}"/>
              </a:ext>
            </a:extLst>
          </p:cNvPr>
          <p:cNvSpPr/>
          <p:nvPr/>
        </p:nvSpPr>
        <p:spPr>
          <a:xfrm flipH="1">
            <a:off x="4421619" y="2598529"/>
            <a:ext cx="945788" cy="1300909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45A602E-48E9-074C-A529-C6FFCE513BB5}"/>
              </a:ext>
            </a:extLst>
          </p:cNvPr>
          <p:cNvGrpSpPr/>
          <p:nvPr/>
        </p:nvGrpSpPr>
        <p:grpSpPr>
          <a:xfrm>
            <a:off x="4442586" y="2607864"/>
            <a:ext cx="903855" cy="1261495"/>
            <a:chOff x="4442586" y="2243822"/>
            <a:chExt cx="1171575" cy="1625533"/>
          </a:xfrm>
        </p:grpSpPr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B665120-5C66-6F45-8AB2-213725D77659}"/>
                </a:ext>
              </a:extLst>
            </p:cNvPr>
            <p:cNvSpPr/>
            <p:nvPr/>
          </p:nvSpPr>
          <p:spPr>
            <a:xfrm rot="14260250">
              <a:off x="5016085" y="3163737"/>
              <a:ext cx="510962" cy="549916"/>
            </a:xfrm>
            <a:prstGeom prst="ellipse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1CD66E8B-4FFF-2E41-A755-7EEBDF68C968}"/>
                </a:ext>
              </a:extLst>
            </p:cNvPr>
            <p:cNvGrpSpPr/>
            <p:nvPr/>
          </p:nvGrpSpPr>
          <p:grpSpPr>
            <a:xfrm>
              <a:off x="4442586" y="2243822"/>
              <a:ext cx="1171575" cy="1625533"/>
              <a:chOff x="4442586" y="2243822"/>
              <a:chExt cx="1171575" cy="1625533"/>
            </a:xfrm>
          </p:grpSpPr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F50C8471-61EC-BE4C-9F35-C7A559211D01}"/>
                  </a:ext>
                </a:extLst>
              </p:cNvPr>
              <p:cNvSpPr/>
              <p:nvPr/>
            </p:nvSpPr>
            <p:spPr>
              <a:xfrm rot="7339750" flipH="1">
                <a:off x="4529700" y="3154597"/>
                <a:ext cx="510962" cy="549916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55" name="Triangle 54">
                <a:extLst>
                  <a:ext uri="{FF2B5EF4-FFF2-40B4-BE49-F238E27FC236}">
                    <a16:creationId xmlns:a16="http://schemas.microsoft.com/office/drawing/2014/main" id="{F1AA8FBF-5A5E-4947-9BF4-87EAFBF92066}"/>
                  </a:ext>
                </a:extLst>
              </p:cNvPr>
              <p:cNvSpPr/>
              <p:nvPr/>
            </p:nvSpPr>
            <p:spPr>
              <a:xfrm rot="10800000" flipH="1">
                <a:off x="4442586" y="2384981"/>
                <a:ext cx="1171575" cy="1484374"/>
              </a:xfrm>
              <a:prstGeom prst="triangle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0A219D18-D9D9-E343-8FC4-989F88AA51F0}"/>
                  </a:ext>
                </a:extLst>
              </p:cNvPr>
              <p:cNvCxnSpPr/>
              <p:nvPr/>
            </p:nvCxnSpPr>
            <p:spPr>
              <a:xfrm>
                <a:off x="5034642" y="3530586"/>
                <a:ext cx="0" cy="108160"/>
              </a:xfrm>
              <a:prstGeom prst="line">
                <a:avLst/>
              </a:prstGeom>
              <a:ln w="381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FC1B5090-4092-4145-BF1A-DED9FEF661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33488" y="3469736"/>
                <a:ext cx="101154" cy="65947"/>
              </a:xfrm>
              <a:prstGeom prst="line">
                <a:avLst/>
              </a:prstGeom>
              <a:ln w="381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25B56C43-9DDC-2E43-8BED-179D4E652E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34642" y="3469735"/>
                <a:ext cx="101154" cy="65947"/>
              </a:xfrm>
              <a:prstGeom prst="line">
                <a:avLst/>
              </a:prstGeom>
              <a:ln w="3810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609D9B8B-55A7-0445-BFC5-420BCDEB5FA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026882" y="2243822"/>
                <a:ext cx="1492" cy="139166"/>
              </a:xfrm>
              <a:prstGeom prst="line">
                <a:avLst/>
              </a:prstGeom>
              <a:ln w="381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</p:cxnSp>
        </p:grp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FF40BF64-2FFA-C14F-B8F3-55DED7474BC8}"/>
                </a:ext>
              </a:extLst>
            </p:cNvPr>
            <p:cNvSpPr/>
            <p:nvPr/>
          </p:nvSpPr>
          <p:spPr>
            <a:xfrm>
              <a:off x="4962692" y="2384981"/>
              <a:ext cx="102385" cy="190269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6F19C48B-BB6C-A347-87C3-1114B38B6D40}"/>
                </a:ext>
              </a:extLst>
            </p:cNvPr>
            <p:cNvCxnSpPr>
              <a:cxnSpLocks/>
            </p:cNvCxnSpPr>
            <p:nvPr/>
          </p:nvCxnSpPr>
          <p:spPr>
            <a:xfrm>
              <a:off x="5026882" y="2492909"/>
              <a:ext cx="10823" cy="1367115"/>
            </a:xfrm>
            <a:prstGeom prst="line">
              <a:avLst/>
            </a:prstGeom>
            <a:ln w="38100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796904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750</TotalTime>
  <Words>0</Words>
  <Application>Microsoft Macintosh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Denis Reshetov</dc:creator>
  <cp:lastModifiedBy>Denis Reshetov</cp:lastModifiedBy>
  <cp:revision>28</cp:revision>
  <dcterms:created xsi:type="dcterms:W3CDTF">2024-02-11T12:46:39Z</dcterms:created>
  <dcterms:modified xsi:type="dcterms:W3CDTF">2024-02-19T14:54:28Z</dcterms:modified>
</cp:coreProperties>
</file>