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65"/>
    <p:restoredTop sz="94625"/>
  </p:normalViewPr>
  <p:slideViewPr>
    <p:cSldViewPr snapToGrid="0" snapToObjects="1">
      <p:cViewPr>
        <p:scale>
          <a:sx n="313" d="100"/>
          <a:sy n="313" d="100"/>
        </p:scale>
        <p:origin x="-7496" y="-3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22661-2EE4-B641-9693-CEAF9B352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957683-6479-F244-A312-B854E2767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1F5C4-3980-3641-A25D-FAB0011D2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03CD-114E-7A44-9A61-E9E2400EDBDE}" type="datetimeFigureOut">
              <a:rPr lang="en-US" smtClean="0"/>
              <a:t>2/15/24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964B4-FA9A-5243-AC23-7B96264CC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F3A27-67AE-AE41-BA22-5DE5962DA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EB6B-FE99-A741-A97D-797CAA858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842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344C4-E018-6E41-8763-BF9881B81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A36A4-2C05-B242-865E-D17B6AF6F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6E18B-DCEC-BF46-A6FB-ADAF09418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03CD-114E-7A44-9A61-E9E2400EDBDE}" type="datetimeFigureOut">
              <a:rPr lang="en-US" smtClean="0"/>
              <a:t>2/15/24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AA03B-C7A8-BE4F-AC3A-82FCCC94C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F9885-C197-F843-8DB7-4427AF74E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EB6B-FE99-A741-A97D-797CAA858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16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89998-A92E-194B-B82F-0A2109ED9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025EF-4781-1145-8367-08223B07C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3B537-D380-A149-A1FA-0EE341631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03CD-114E-7A44-9A61-E9E2400EDBDE}" type="datetimeFigureOut">
              <a:rPr lang="en-US" smtClean="0"/>
              <a:t>2/15/24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BE7C4-D1F7-E34F-8383-18FB51F84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69420-29D0-784C-AC80-A7DEA5A9D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EB6B-FE99-A741-A97D-797CAA858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866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566F3-0DFE-1441-85C3-35C512389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99ABB-31A3-274E-8874-EFC514267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E48A3-17A4-4E49-85A6-7492AA1C0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A1249-BD7E-6E42-8001-1C49C4F5C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03CD-114E-7A44-9A61-E9E2400EDBDE}" type="datetimeFigureOut">
              <a:rPr lang="en-US" smtClean="0"/>
              <a:t>2/15/24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6328FF-E615-5D4C-A3A4-1186A08C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73CB0-C79F-8948-868A-3AC957EF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EB6B-FE99-A741-A97D-797CAA858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5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416DB-E612-DE40-A292-07609F0E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41D97-170E-6A40-BB16-2B98EFEB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B3259-C6D8-D247-9BFB-05A4D9D4C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A51B0D-8B47-3B42-AC5C-2C9D9F5B7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FE1CCA-7753-E344-97C4-2F677250C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2FB2D7-5209-144F-B768-176BFAC66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03CD-114E-7A44-9A61-E9E2400EDBDE}" type="datetimeFigureOut">
              <a:rPr lang="en-US" smtClean="0"/>
              <a:t>2/15/24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5177CD-0C53-1E4B-BFD4-C648FFA2E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4DF44-1E66-7B4F-BDBD-2F9703068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EB6B-FE99-A741-A97D-797CAA858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43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6633B-4B8B-B44C-8EBD-F79329B4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C67C2-2E00-F846-9645-E48262F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03CD-114E-7A44-9A61-E9E2400EDBDE}" type="datetimeFigureOut">
              <a:rPr lang="en-US" smtClean="0"/>
              <a:t>2/15/24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29807-6D83-E148-B382-FD8BBA20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7504B-24E3-9948-B571-28BC1EC91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EB6B-FE99-A741-A97D-797CAA858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690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BC00CD-4332-2746-80F5-E3705899F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03CD-114E-7A44-9A61-E9E2400EDBDE}" type="datetimeFigureOut">
              <a:rPr lang="en-US" smtClean="0"/>
              <a:t>2/15/24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E07854-8F67-B344-BC22-369EB654D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94B92-6A58-F441-8E31-A27974DBA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EB6B-FE99-A741-A97D-797CAA858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77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B5FE-F803-2343-9291-5ACB45885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DCFC0-370C-A34E-847D-267AAFD7B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AB056-E038-6149-9E39-81195DFAE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874D2-EF0D-5348-9DA0-6CF4221EA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03CD-114E-7A44-9A61-E9E2400EDBDE}" type="datetimeFigureOut">
              <a:rPr lang="en-US" smtClean="0"/>
              <a:t>2/15/24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1D0AD-4298-904A-B10F-8E81F8BB3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1B088-6F0C-3F45-BBF7-A72967EA3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EB6B-FE99-A741-A97D-797CAA858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356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49EC-4DB3-2E42-A08C-99C295784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3F2D53-AC06-6F4C-84D7-C25F0C88F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BC2BB8-5592-8143-8709-D896333DB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3C7A6-4060-BA4E-861B-C9B35B17B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03CD-114E-7A44-9A61-E9E2400EDBDE}" type="datetimeFigureOut">
              <a:rPr lang="en-US" smtClean="0"/>
              <a:t>2/15/24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215A5-A541-F042-82CE-C1A8DFE34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BED67-0B41-1446-BC9A-EBACA8760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EB6B-FE99-A741-A97D-797CAA858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AD01B-5E38-D94D-B377-B070ACAE1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FBB78-BA1F-0048-90E4-49E0F1CEE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010E7-FBD0-6945-B6EE-B546AA754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03CD-114E-7A44-9A61-E9E2400EDBDE}" type="datetimeFigureOut">
              <a:rPr lang="en-US" smtClean="0"/>
              <a:t>2/15/24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C7323-C88B-1349-896B-182BC6386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4EC16-2E60-1C4B-87BC-4B1E1F11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EB6B-FE99-A741-A97D-797CAA858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154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B59461-2F66-CB42-9882-2C1E1C5129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C2BC09-D7B8-8947-AF5B-270B3B35B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4EF9C-A851-D948-8924-90E695D25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03CD-114E-7A44-9A61-E9E2400EDBDE}" type="datetimeFigureOut">
              <a:rPr lang="en-US" smtClean="0"/>
              <a:t>2/15/24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96081-66F4-2A4E-A74D-D189AAE33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E67AC-B441-0843-88D3-0335709B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EB6B-FE99-A741-A97D-797CAA858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08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41348F-FAB7-5247-AB7C-883FC7711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B7C4C-35D9-704D-B30F-63F6B0564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35061-8D6C-F943-9369-A596285CC5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B03CD-114E-7A44-9A61-E9E2400EDBDE}" type="datetimeFigureOut">
              <a:rPr lang="en-US" smtClean="0"/>
              <a:t>2/15/24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707C-F836-BF4A-A692-F008AE40C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E2E9C-448E-7040-8867-F843B583F2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4EB6B-FE99-A741-A97D-797CAA858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3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F76A8F3-41A0-264E-9D30-16614BE725B1}"/>
              </a:ext>
            </a:extLst>
          </p:cNvPr>
          <p:cNvSpPr/>
          <p:nvPr/>
        </p:nvSpPr>
        <p:spPr>
          <a:xfrm>
            <a:off x="4846623" y="2007006"/>
            <a:ext cx="102386" cy="38394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1823AD5-E3D5-6A44-BFAF-506BFE319FAC}"/>
              </a:ext>
            </a:extLst>
          </p:cNvPr>
          <p:cNvSpPr/>
          <p:nvPr/>
        </p:nvSpPr>
        <p:spPr>
          <a:xfrm>
            <a:off x="4421894" y="2238546"/>
            <a:ext cx="932394" cy="932394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" name="Can 55">
            <a:extLst>
              <a:ext uri="{FF2B5EF4-FFF2-40B4-BE49-F238E27FC236}">
                <a16:creationId xmlns:a16="http://schemas.microsoft.com/office/drawing/2014/main" id="{AAC1A6EF-A8F8-F44A-A4DF-6CB5A4ABD55D}"/>
              </a:ext>
            </a:extLst>
          </p:cNvPr>
          <p:cNvSpPr/>
          <p:nvPr/>
        </p:nvSpPr>
        <p:spPr>
          <a:xfrm rot="13544981">
            <a:off x="4371453" y="2531217"/>
            <a:ext cx="357122" cy="74313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EB4EB90-88F1-3244-A9F9-A2E192B91AAA}"/>
              </a:ext>
            </a:extLst>
          </p:cNvPr>
          <p:cNvSpPr/>
          <p:nvPr/>
        </p:nvSpPr>
        <p:spPr>
          <a:xfrm>
            <a:off x="4846623" y="2419127"/>
            <a:ext cx="102386" cy="277597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A0BEE5-6C32-F241-9143-3094959EC649}"/>
              </a:ext>
            </a:extLst>
          </p:cNvPr>
          <p:cNvCxnSpPr>
            <a:cxnSpLocks/>
          </p:cNvCxnSpPr>
          <p:nvPr/>
        </p:nvCxnSpPr>
        <p:spPr>
          <a:xfrm rot="2700000">
            <a:off x="4616785" y="2455077"/>
            <a:ext cx="0" cy="794875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73B63520-6DBB-3F4A-A04F-989995A5459E}"/>
              </a:ext>
            </a:extLst>
          </p:cNvPr>
          <p:cNvSpPr/>
          <p:nvPr/>
        </p:nvSpPr>
        <p:spPr>
          <a:xfrm>
            <a:off x="4157115" y="1989055"/>
            <a:ext cx="1482748" cy="130090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3428608-1AF8-D54E-ADED-F68681C8F411}"/>
              </a:ext>
            </a:extLst>
          </p:cNvPr>
          <p:cNvGrpSpPr/>
          <p:nvPr/>
        </p:nvGrpSpPr>
        <p:grpSpPr>
          <a:xfrm>
            <a:off x="4871448" y="2455077"/>
            <a:ext cx="743133" cy="794875"/>
            <a:chOff x="7009524" y="2455077"/>
            <a:chExt cx="743133" cy="794875"/>
          </a:xfrm>
        </p:grpSpPr>
        <p:sp>
          <p:nvSpPr>
            <p:cNvPr id="61" name="Can 60">
              <a:extLst>
                <a:ext uri="{FF2B5EF4-FFF2-40B4-BE49-F238E27FC236}">
                  <a16:creationId xmlns:a16="http://schemas.microsoft.com/office/drawing/2014/main" id="{4BEC0779-5EE5-8D4C-AB52-AFDC72A1D091}"/>
                </a:ext>
              </a:extLst>
            </p:cNvPr>
            <p:cNvSpPr/>
            <p:nvPr/>
          </p:nvSpPr>
          <p:spPr>
            <a:xfrm rot="8055019" flipH="1">
              <a:off x="7202530" y="2531217"/>
              <a:ext cx="357122" cy="743133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0E86FE0-8E71-0341-81FE-CC16FB0DE69A}"/>
                </a:ext>
              </a:extLst>
            </p:cNvPr>
            <p:cNvCxnSpPr>
              <a:cxnSpLocks/>
            </p:cNvCxnSpPr>
            <p:nvPr/>
          </p:nvCxnSpPr>
          <p:spPr>
            <a:xfrm rot="18900000" flipH="1">
              <a:off x="7314320" y="2455077"/>
              <a:ext cx="0" cy="794875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Arc 29">
            <a:extLst>
              <a:ext uri="{FF2B5EF4-FFF2-40B4-BE49-F238E27FC236}">
                <a16:creationId xmlns:a16="http://schemas.microsoft.com/office/drawing/2014/main" id="{0BB0597D-6B72-564B-9154-969A13A0FD48}"/>
              </a:ext>
            </a:extLst>
          </p:cNvPr>
          <p:cNvSpPr/>
          <p:nvPr/>
        </p:nvSpPr>
        <p:spPr>
          <a:xfrm rot="8001389">
            <a:off x="4634897" y="2281145"/>
            <a:ext cx="398282" cy="545728"/>
          </a:xfrm>
          <a:prstGeom prst="arc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F8B86DC-52DB-6341-A749-C3C4243F319E}"/>
              </a:ext>
            </a:extLst>
          </p:cNvPr>
          <p:cNvSpPr/>
          <p:nvPr/>
        </p:nvSpPr>
        <p:spPr>
          <a:xfrm>
            <a:off x="5676717" y="1989054"/>
            <a:ext cx="1305235" cy="130090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19EDFD7-420F-604D-B24D-5469DD77AE9B}"/>
              </a:ext>
            </a:extLst>
          </p:cNvPr>
          <p:cNvGrpSpPr/>
          <p:nvPr/>
        </p:nvGrpSpPr>
        <p:grpSpPr>
          <a:xfrm>
            <a:off x="5645503" y="2251236"/>
            <a:ext cx="1403050" cy="1057913"/>
            <a:chOff x="5645503" y="2263428"/>
            <a:chExt cx="1403050" cy="105791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A51DF10-22D3-664B-849A-B96A7B3D4350}"/>
                </a:ext>
              </a:extLst>
            </p:cNvPr>
            <p:cNvGrpSpPr/>
            <p:nvPr/>
          </p:nvGrpSpPr>
          <p:grpSpPr>
            <a:xfrm>
              <a:off x="5645503" y="2398011"/>
              <a:ext cx="1403050" cy="832920"/>
              <a:chOff x="5682959" y="2430398"/>
              <a:chExt cx="1403050" cy="832920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C1410969-735C-694E-B831-939487DDDB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51470" y="2615124"/>
                <a:ext cx="360000" cy="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42C5F916-DAA3-BF4C-B0A3-D37EEE3A92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23671" y="2600201"/>
                <a:ext cx="0" cy="36000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0E1D980-FDE6-764E-AC6B-7A917BE198E2}"/>
                  </a:ext>
                </a:extLst>
              </p:cNvPr>
              <p:cNvSpPr txBox="1"/>
              <p:nvPr/>
            </p:nvSpPr>
            <p:spPr>
              <a:xfrm>
                <a:off x="6024824" y="289398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90</a:t>
                </a:r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9E35AE0E-BD74-FB43-83C0-B38D20C2F6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17920" y="2615064"/>
                <a:ext cx="36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880AAD5-2790-6D42-A0BB-8402E084E29A}"/>
                  </a:ext>
                </a:extLst>
              </p:cNvPr>
              <p:cNvSpPr txBox="1"/>
              <p:nvPr/>
            </p:nvSpPr>
            <p:spPr>
              <a:xfrm>
                <a:off x="6550285" y="2430398"/>
                <a:ext cx="5357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180</a:t>
                </a:r>
              </a:p>
            </p:txBody>
          </p: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8BD201C1-DDB2-B14F-BD6E-CBC2310E902A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6088170" y="2574496"/>
                <a:ext cx="0" cy="36000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BD48DAB-5A75-4E47-B839-E5D110E14E3D}"/>
                  </a:ext>
                </a:extLst>
              </p:cNvPr>
              <p:cNvSpPr txBox="1"/>
              <p:nvPr/>
            </p:nvSpPr>
            <p:spPr>
              <a:xfrm>
                <a:off x="5682959" y="2780201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45</a:t>
                </a:r>
              </a:p>
            </p:txBody>
          </p: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96B080D8-B1C2-BB4F-8C29-ECE21BBD4E65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H="1" flipV="1">
                <a:off x="6349550" y="2571556"/>
                <a:ext cx="0" cy="36000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2FEF30D-1D20-174C-BB89-A61C12708F41}"/>
                  </a:ext>
                </a:extLst>
              </p:cNvPr>
              <p:cNvSpPr txBox="1"/>
              <p:nvPr/>
            </p:nvSpPr>
            <p:spPr>
              <a:xfrm>
                <a:off x="6399443" y="2784234"/>
                <a:ext cx="5357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135</a:t>
                </a: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A12FA53-DCD5-0C4F-8629-0DA5EBF8EA85}"/>
                </a:ext>
              </a:extLst>
            </p:cNvPr>
            <p:cNvSpPr txBox="1"/>
            <p:nvPr/>
          </p:nvSpPr>
          <p:spPr>
            <a:xfrm>
              <a:off x="5728668" y="2263428"/>
              <a:ext cx="498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left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5E93BD0-403E-7C44-ACC4-B00592A9B16E}"/>
                </a:ext>
              </a:extLst>
            </p:cNvPr>
            <p:cNvSpPr txBox="1"/>
            <p:nvPr/>
          </p:nvSpPr>
          <p:spPr>
            <a:xfrm>
              <a:off x="6308319" y="2952009"/>
              <a:ext cx="623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right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5664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6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Denis Reshetov</dc:creator>
  <cp:lastModifiedBy>Denis Reshetov</cp:lastModifiedBy>
  <cp:revision>23</cp:revision>
  <dcterms:created xsi:type="dcterms:W3CDTF">2024-02-11T12:46:39Z</dcterms:created>
  <dcterms:modified xsi:type="dcterms:W3CDTF">2024-02-15T18:44:26Z</dcterms:modified>
</cp:coreProperties>
</file>