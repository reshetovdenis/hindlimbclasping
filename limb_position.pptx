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78"/>
    <p:restoredTop sz="94595"/>
  </p:normalViewPr>
  <p:slideViewPr>
    <p:cSldViewPr snapToGrid="0" snapToObjects="1">
      <p:cViewPr>
        <p:scale>
          <a:sx n="347" d="100"/>
          <a:sy n="347" d="100"/>
        </p:scale>
        <p:origin x="-6312" y="-3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22661-2EE4-B641-9693-CEAF9B3522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957683-6479-F244-A312-B854E2767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41F5C4-3980-3641-A25D-FAB0011D2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964B4-FA9A-5243-AC23-7B96264CC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F3A27-67AE-AE41-BA22-5DE5962DA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842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344C4-E018-6E41-8763-BF9881B81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4A36A4-2C05-B242-865E-D17B6AF6F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66E18B-DCEC-BF46-A6FB-ADAF09418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8AA03B-C7A8-BE4F-AC3A-82FCCC94C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F9885-C197-F843-8DB7-4427AF74E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016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89998-A92E-194B-B82F-0A2109ED9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F025EF-4781-1145-8367-08223B07C9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3B537-D380-A149-A1FA-0EE341631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BE7C4-D1F7-E34F-8383-18FB51F84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569420-29D0-784C-AC80-A7DEA5A9D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866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66F3-0DFE-1441-85C3-35C512389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99ABB-31A3-274E-8874-EFC514267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4E48A3-17A4-4E49-85A6-7492AA1C08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A1249-BD7E-6E42-8001-1C49C4F5C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6328FF-E615-5D4C-A3A4-1186A08CC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E73CB0-C79F-8948-868A-3AC957EF8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51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416DB-E612-DE40-A292-07609F0E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41D97-170E-6A40-BB16-2B98EFEBF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0B3259-C6D8-D247-9BFB-05A4D9D4C8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51B0D-8B47-3B42-AC5C-2C9D9F5B75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FE1CCA-7753-E344-97C4-2F677250C6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2FB2D7-5209-144F-B768-176BFAC66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5177CD-0C53-1E4B-BFD4-C648FFA2E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4DF44-1E66-7B4F-BDBD-2F9703068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443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6633B-4B8B-B44C-8EBD-F79329B44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1C67C2-2E00-F846-9645-E48262F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29807-6D83-E148-B382-FD8BBA20C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07504B-24E3-9948-B571-28BC1EC91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690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BC00CD-4332-2746-80F5-E3705899F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E07854-8F67-B344-BC22-369EB654D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494B92-6A58-F441-8E31-A27974DBA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77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B5FE-F803-2343-9291-5ACB45885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DCFC0-370C-A34E-847D-267AAFD7BE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6AB056-E038-6149-9E39-81195DFAE4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874D2-EF0D-5348-9DA0-6CF4221EA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B1D0AD-4298-904A-B10F-8E81F8BB3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21B088-6F0C-3F45-BBF7-A72967EA3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3567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149EC-4DB3-2E42-A08C-99C295784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3F2D53-AC06-6F4C-84D7-C25F0C88F7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BC2BB8-5592-8143-8709-D896333DB2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3C7A6-4060-BA4E-861B-C9B35B17B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E215A5-A541-F042-82CE-C1A8DFE34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9BED67-0B41-1446-BC9A-EBACA8760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7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AD01B-5E38-D94D-B377-B070ACAE1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3FBB78-BA1F-0048-90E4-49E0F1CEE3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010E7-FBD0-6945-B6EE-B546AA754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7323-C88B-1349-896B-182BC6386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24EC16-2E60-1C4B-87BC-4B1E1F113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1540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B59461-2F66-CB42-9882-2C1E1C5129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C2BC09-D7B8-8947-AF5B-270B3B35BA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4EF9C-A851-D948-8924-90E695D25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96081-66F4-2A4E-A74D-D189AAE33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E67AC-B441-0843-88D3-0335709B2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508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41348F-FAB7-5247-AB7C-883FC7711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2B7C4C-35D9-704D-B30F-63F6B0564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35061-8D6C-F943-9369-A596285CC5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BB03CD-114E-7A44-9A61-E9E2400EDBDE}" type="datetimeFigureOut">
              <a:rPr lang="en-US" smtClean="0"/>
              <a:t>2/11/24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7707C-F836-BF4A-A692-F008AE40C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4E2E9C-448E-7040-8867-F843B583F2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3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>
            <a:extLst>
              <a:ext uri="{FF2B5EF4-FFF2-40B4-BE49-F238E27FC236}">
                <a16:creationId xmlns:a16="http://schemas.microsoft.com/office/drawing/2014/main" id="{1CD66E8B-4FFF-2E41-A755-7EEBDF68C968}"/>
              </a:ext>
            </a:extLst>
          </p:cNvPr>
          <p:cNvGrpSpPr/>
          <p:nvPr/>
        </p:nvGrpSpPr>
        <p:grpSpPr>
          <a:xfrm>
            <a:off x="4073612" y="1311893"/>
            <a:ext cx="1619072" cy="2671762"/>
            <a:chOff x="4073612" y="1311893"/>
            <a:chExt cx="1619072" cy="2671762"/>
          </a:xfrm>
        </p:grpSpPr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F50C8471-61EC-BE4C-9F35-C7A559211D01}"/>
                </a:ext>
              </a:extLst>
            </p:cNvPr>
            <p:cNvSpPr/>
            <p:nvPr/>
          </p:nvSpPr>
          <p:spPr>
            <a:xfrm rot="7339750" flipH="1">
              <a:off x="4529700" y="3154597"/>
              <a:ext cx="510962" cy="549916"/>
            </a:xfrm>
            <a:prstGeom prst="ellipse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5" name="Triangle 54">
              <a:extLst>
                <a:ext uri="{FF2B5EF4-FFF2-40B4-BE49-F238E27FC236}">
                  <a16:creationId xmlns:a16="http://schemas.microsoft.com/office/drawing/2014/main" id="{F1AA8FBF-5A5E-4947-9BF4-87EAFBF92066}"/>
                </a:ext>
              </a:extLst>
            </p:cNvPr>
            <p:cNvSpPr/>
            <p:nvPr/>
          </p:nvSpPr>
          <p:spPr>
            <a:xfrm rot="10800000" flipH="1">
              <a:off x="4442586" y="2384981"/>
              <a:ext cx="1171575" cy="1484374"/>
            </a:xfrm>
            <a:prstGeom prst="triangle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Can 55">
              <a:extLst>
                <a:ext uri="{FF2B5EF4-FFF2-40B4-BE49-F238E27FC236}">
                  <a16:creationId xmlns:a16="http://schemas.microsoft.com/office/drawing/2014/main" id="{AAC1A6EF-A8F8-F44A-A4DF-6CB5A4ABD55D}"/>
                </a:ext>
              </a:extLst>
            </p:cNvPr>
            <p:cNvSpPr/>
            <p:nvPr/>
          </p:nvSpPr>
          <p:spPr>
            <a:xfrm rot="15717510">
              <a:off x="4316499" y="2143888"/>
              <a:ext cx="385763" cy="871538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4C62B63C-CABF-084D-9401-8D2BE35143BC}"/>
                </a:ext>
              </a:extLst>
            </p:cNvPr>
            <p:cNvSpPr/>
            <p:nvPr/>
          </p:nvSpPr>
          <p:spPr>
            <a:xfrm flipH="1">
              <a:off x="5155696" y="1311893"/>
              <a:ext cx="536988" cy="26717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A219D18-D9D9-E343-8FC4-989F88AA51F0}"/>
                </a:ext>
              </a:extLst>
            </p:cNvPr>
            <p:cNvCxnSpPr/>
            <p:nvPr/>
          </p:nvCxnSpPr>
          <p:spPr>
            <a:xfrm>
              <a:off x="5034642" y="3530586"/>
              <a:ext cx="0" cy="10816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FC1B5090-4092-4145-BF1A-DED9FEF6618F}"/>
                </a:ext>
              </a:extLst>
            </p:cNvPr>
            <p:cNvCxnSpPr>
              <a:cxnSpLocks/>
            </p:cNvCxnSpPr>
            <p:nvPr/>
          </p:nvCxnSpPr>
          <p:spPr>
            <a:xfrm>
              <a:off x="4933488" y="3469736"/>
              <a:ext cx="101154" cy="65947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25B56C43-9DDC-2E43-8BED-179D4E652E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34642" y="3469735"/>
              <a:ext cx="101154" cy="65947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09D9B8B-55A7-0445-BFC5-420BCDEB5FAC}"/>
                </a:ext>
              </a:extLst>
            </p:cNvPr>
            <p:cNvCxnSpPr>
              <a:cxnSpLocks/>
              <a:stCxn id="55" idx="3"/>
            </p:cNvCxnSpPr>
            <p:nvPr/>
          </p:nvCxnSpPr>
          <p:spPr>
            <a:xfrm flipV="1">
              <a:off x="5028374" y="2036190"/>
              <a:ext cx="0" cy="348791"/>
            </a:xfrm>
            <a:prstGeom prst="line">
              <a:avLst/>
            </a:prstGeom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8DDC73E-DDC6-0549-826E-0BF162BC0F09}"/>
                </a:ext>
              </a:extLst>
            </p:cNvPr>
            <p:cNvCxnSpPr>
              <a:cxnSpLocks/>
            </p:cNvCxnSpPr>
            <p:nvPr/>
          </p:nvCxnSpPr>
          <p:spPr>
            <a:xfrm>
              <a:off x="4444490" y="2210585"/>
              <a:ext cx="0" cy="1658771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60E36279-4ED3-AC4D-A6A5-91CA9B1F8E82}"/>
              </a:ext>
            </a:extLst>
          </p:cNvPr>
          <p:cNvSpPr/>
          <p:nvPr/>
        </p:nvSpPr>
        <p:spPr>
          <a:xfrm>
            <a:off x="4003779" y="1989055"/>
            <a:ext cx="1275230" cy="19474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606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7F43047-9720-1F45-A89E-A9C8A612D0A8}"/>
              </a:ext>
            </a:extLst>
          </p:cNvPr>
          <p:cNvGrpSpPr/>
          <p:nvPr/>
        </p:nvGrpSpPr>
        <p:grpSpPr>
          <a:xfrm>
            <a:off x="4442586" y="1311893"/>
            <a:ext cx="1250098" cy="2671762"/>
            <a:chOff x="4442586" y="1311893"/>
            <a:chExt cx="1250098" cy="2671762"/>
          </a:xfrm>
        </p:grpSpPr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F50C8471-61EC-BE4C-9F35-C7A559211D01}"/>
                </a:ext>
              </a:extLst>
            </p:cNvPr>
            <p:cNvSpPr/>
            <p:nvPr/>
          </p:nvSpPr>
          <p:spPr>
            <a:xfrm rot="7339750" flipH="1">
              <a:off x="4529700" y="3154597"/>
              <a:ext cx="510962" cy="549916"/>
            </a:xfrm>
            <a:prstGeom prst="ellipse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5" name="Triangle 54">
              <a:extLst>
                <a:ext uri="{FF2B5EF4-FFF2-40B4-BE49-F238E27FC236}">
                  <a16:creationId xmlns:a16="http://schemas.microsoft.com/office/drawing/2014/main" id="{F1AA8FBF-5A5E-4947-9BF4-87EAFBF92066}"/>
                </a:ext>
              </a:extLst>
            </p:cNvPr>
            <p:cNvSpPr/>
            <p:nvPr/>
          </p:nvSpPr>
          <p:spPr>
            <a:xfrm rot="10800000" flipH="1">
              <a:off x="4442586" y="2384981"/>
              <a:ext cx="1171575" cy="1484374"/>
            </a:xfrm>
            <a:prstGeom prst="triangle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Can 55">
              <a:extLst>
                <a:ext uri="{FF2B5EF4-FFF2-40B4-BE49-F238E27FC236}">
                  <a16:creationId xmlns:a16="http://schemas.microsoft.com/office/drawing/2014/main" id="{AAC1A6EF-A8F8-F44A-A4DF-6CB5A4ABD55D}"/>
                </a:ext>
              </a:extLst>
            </p:cNvPr>
            <p:cNvSpPr/>
            <p:nvPr/>
          </p:nvSpPr>
          <p:spPr>
            <a:xfrm rot="12041958">
              <a:off x="4547128" y="2400106"/>
              <a:ext cx="385763" cy="726819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4C62B63C-CABF-084D-9401-8D2BE35143BC}"/>
                </a:ext>
              </a:extLst>
            </p:cNvPr>
            <p:cNvSpPr/>
            <p:nvPr/>
          </p:nvSpPr>
          <p:spPr>
            <a:xfrm flipH="1">
              <a:off x="5155696" y="1311893"/>
              <a:ext cx="536988" cy="26717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A219D18-D9D9-E343-8FC4-989F88AA51F0}"/>
                </a:ext>
              </a:extLst>
            </p:cNvPr>
            <p:cNvCxnSpPr/>
            <p:nvPr/>
          </p:nvCxnSpPr>
          <p:spPr>
            <a:xfrm>
              <a:off x="5034642" y="3530586"/>
              <a:ext cx="0" cy="10816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FC1B5090-4092-4145-BF1A-DED9FEF6618F}"/>
                </a:ext>
              </a:extLst>
            </p:cNvPr>
            <p:cNvCxnSpPr>
              <a:cxnSpLocks/>
            </p:cNvCxnSpPr>
            <p:nvPr/>
          </p:nvCxnSpPr>
          <p:spPr>
            <a:xfrm>
              <a:off x="4933488" y="3469736"/>
              <a:ext cx="101154" cy="65947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25B56C43-9DDC-2E43-8BED-179D4E652E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34642" y="3469735"/>
              <a:ext cx="101154" cy="65947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09D9B8B-55A7-0445-BFC5-420BCDEB5FAC}"/>
                </a:ext>
              </a:extLst>
            </p:cNvPr>
            <p:cNvCxnSpPr>
              <a:cxnSpLocks/>
              <a:stCxn id="55" idx="3"/>
            </p:cNvCxnSpPr>
            <p:nvPr/>
          </p:nvCxnSpPr>
          <p:spPr>
            <a:xfrm flipV="1">
              <a:off x="5028374" y="2036190"/>
              <a:ext cx="0" cy="348791"/>
            </a:xfrm>
            <a:prstGeom prst="line">
              <a:avLst/>
            </a:prstGeom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A44CBF4D-5739-584E-A536-94B83A62314C}"/>
                </a:ext>
              </a:extLst>
            </p:cNvPr>
            <p:cNvCxnSpPr>
              <a:cxnSpLocks/>
            </p:cNvCxnSpPr>
            <p:nvPr/>
          </p:nvCxnSpPr>
          <p:spPr>
            <a:xfrm>
              <a:off x="4444490" y="2210585"/>
              <a:ext cx="0" cy="1658771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20CDBE0E-CBDD-514C-B02A-D79DBD9A49DB}"/>
              </a:ext>
            </a:extLst>
          </p:cNvPr>
          <p:cNvSpPr/>
          <p:nvPr/>
        </p:nvSpPr>
        <p:spPr>
          <a:xfrm>
            <a:off x="4003779" y="1989055"/>
            <a:ext cx="1275230" cy="19474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080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14">
            <a:extLst>
              <a:ext uri="{FF2B5EF4-FFF2-40B4-BE49-F238E27FC236}">
                <a16:creationId xmlns:a16="http://schemas.microsoft.com/office/drawing/2014/main" id="{F9F5861D-FC12-C847-B65F-E6A6F6B44852}"/>
              </a:ext>
            </a:extLst>
          </p:cNvPr>
          <p:cNvSpPr/>
          <p:nvPr/>
        </p:nvSpPr>
        <p:spPr>
          <a:xfrm rot="14260250">
            <a:off x="5053089" y="3161144"/>
            <a:ext cx="510962" cy="549916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7F43047-9720-1F45-A89E-A9C8A612D0A8}"/>
              </a:ext>
            </a:extLst>
          </p:cNvPr>
          <p:cNvGrpSpPr/>
          <p:nvPr/>
        </p:nvGrpSpPr>
        <p:grpSpPr>
          <a:xfrm>
            <a:off x="4442586" y="2036190"/>
            <a:ext cx="1171575" cy="1833165"/>
            <a:chOff x="4442586" y="2036190"/>
            <a:chExt cx="1171575" cy="1833165"/>
          </a:xfrm>
        </p:grpSpPr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F50C8471-61EC-BE4C-9F35-C7A559211D01}"/>
                </a:ext>
              </a:extLst>
            </p:cNvPr>
            <p:cNvSpPr/>
            <p:nvPr/>
          </p:nvSpPr>
          <p:spPr>
            <a:xfrm rot="7339750" flipH="1">
              <a:off x="4529700" y="3154597"/>
              <a:ext cx="510962" cy="549916"/>
            </a:xfrm>
            <a:prstGeom prst="ellipse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5" name="Triangle 54">
              <a:extLst>
                <a:ext uri="{FF2B5EF4-FFF2-40B4-BE49-F238E27FC236}">
                  <a16:creationId xmlns:a16="http://schemas.microsoft.com/office/drawing/2014/main" id="{F1AA8FBF-5A5E-4947-9BF4-87EAFBF92066}"/>
                </a:ext>
              </a:extLst>
            </p:cNvPr>
            <p:cNvSpPr/>
            <p:nvPr/>
          </p:nvSpPr>
          <p:spPr>
            <a:xfrm rot="10800000" flipH="1">
              <a:off x="4442586" y="2384981"/>
              <a:ext cx="1171575" cy="1484374"/>
            </a:xfrm>
            <a:prstGeom prst="triangle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Can 55">
              <a:extLst>
                <a:ext uri="{FF2B5EF4-FFF2-40B4-BE49-F238E27FC236}">
                  <a16:creationId xmlns:a16="http://schemas.microsoft.com/office/drawing/2014/main" id="{AAC1A6EF-A8F8-F44A-A4DF-6CB5A4ABD55D}"/>
                </a:ext>
              </a:extLst>
            </p:cNvPr>
            <p:cNvSpPr/>
            <p:nvPr/>
          </p:nvSpPr>
          <p:spPr>
            <a:xfrm rot="8840046">
              <a:off x="4672510" y="2407337"/>
              <a:ext cx="385763" cy="726819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A219D18-D9D9-E343-8FC4-989F88AA51F0}"/>
                </a:ext>
              </a:extLst>
            </p:cNvPr>
            <p:cNvCxnSpPr/>
            <p:nvPr/>
          </p:nvCxnSpPr>
          <p:spPr>
            <a:xfrm>
              <a:off x="5034642" y="3530586"/>
              <a:ext cx="0" cy="10816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FC1B5090-4092-4145-BF1A-DED9FEF6618F}"/>
                </a:ext>
              </a:extLst>
            </p:cNvPr>
            <p:cNvCxnSpPr>
              <a:cxnSpLocks/>
            </p:cNvCxnSpPr>
            <p:nvPr/>
          </p:nvCxnSpPr>
          <p:spPr>
            <a:xfrm>
              <a:off x="4933488" y="3469736"/>
              <a:ext cx="101154" cy="65947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25B56C43-9DDC-2E43-8BED-179D4E652E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34642" y="3469735"/>
              <a:ext cx="101154" cy="65947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09D9B8B-55A7-0445-BFC5-420BCDEB5FAC}"/>
                </a:ext>
              </a:extLst>
            </p:cNvPr>
            <p:cNvCxnSpPr>
              <a:cxnSpLocks/>
              <a:stCxn id="55" idx="3"/>
            </p:cNvCxnSpPr>
            <p:nvPr/>
          </p:nvCxnSpPr>
          <p:spPr>
            <a:xfrm flipV="1">
              <a:off x="5028374" y="2036190"/>
              <a:ext cx="0" cy="348791"/>
            </a:xfrm>
            <a:prstGeom prst="line">
              <a:avLst/>
            </a:prstGeom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20CDBE0E-CBDD-514C-B02A-D79DBD9A49DB}"/>
              </a:ext>
            </a:extLst>
          </p:cNvPr>
          <p:cNvSpPr/>
          <p:nvPr/>
        </p:nvSpPr>
        <p:spPr>
          <a:xfrm>
            <a:off x="4387090" y="1999215"/>
            <a:ext cx="1275230" cy="19474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an 13">
            <a:extLst>
              <a:ext uri="{FF2B5EF4-FFF2-40B4-BE49-F238E27FC236}">
                <a16:creationId xmlns:a16="http://schemas.microsoft.com/office/drawing/2014/main" id="{DC973840-68CC-DC4E-AFAC-F72C4A38020E}"/>
              </a:ext>
            </a:extLst>
          </p:cNvPr>
          <p:cNvSpPr/>
          <p:nvPr/>
        </p:nvSpPr>
        <p:spPr>
          <a:xfrm rot="12759954" flipH="1">
            <a:off x="4970940" y="2416315"/>
            <a:ext cx="385763" cy="72681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446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0</Words>
  <Application>Microsoft Macintosh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Denis Reshetov</dc:creator>
  <cp:lastModifiedBy>Denis Reshetov</cp:lastModifiedBy>
  <cp:revision>8</cp:revision>
  <dcterms:created xsi:type="dcterms:W3CDTF">2024-02-11T12:46:39Z</dcterms:created>
  <dcterms:modified xsi:type="dcterms:W3CDTF">2024-02-11T14:55:44Z</dcterms:modified>
</cp:coreProperties>
</file>